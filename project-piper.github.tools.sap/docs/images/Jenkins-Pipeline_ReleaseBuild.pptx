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3"/>
  </p:notesMasterIdLst>
  <p:handoutMasterIdLst>
    <p:handoutMasterId r:id="rId4"/>
  </p:handoutMasterIdLst>
  <p:sldIdLst>
    <p:sldId id="472" r:id="rId2"/>
  </p:sldIdLst>
  <p:sldSz cx="12196763" cy="6858000"/>
  <p:notesSz cx="6797675" cy="9928225"/>
  <p:defaultTextStyle>
    <a:defPPr>
      <a:defRPr lang="en-US"/>
    </a:defPPr>
    <a:lvl1pPr marL="0" algn="l" defTabSz="609722" rtl="0" eaLnBrk="1" latinLnBrk="0" hangingPunct="1">
      <a:defRPr sz="2400" kern="1200">
        <a:solidFill>
          <a:schemeClr val="tx1"/>
        </a:solidFill>
        <a:latin typeface="+mn-lt"/>
        <a:ea typeface="+mn-ea"/>
        <a:cs typeface="+mn-cs"/>
      </a:defRPr>
    </a:lvl1pPr>
    <a:lvl2pPr marL="609722" algn="l" defTabSz="609722" rtl="0" eaLnBrk="1" latinLnBrk="0" hangingPunct="1">
      <a:defRPr sz="2400" kern="1200">
        <a:solidFill>
          <a:schemeClr val="tx1"/>
        </a:solidFill>
        <a:latin typeface="+mn-lt"/>
        <a:ea typeface="+mn-ea"/>
        <a:cs typeface="+mn-cs"/>
      </a:defRPr>
    </a:lvl2pPr>
    <a:lvl3pPr marL="1219444" algn="l" defTabSz="609722" rtl="0" eaLnBrk="1" latinLnBrk="0" hangingPunct="1">
      <a:defRPr sz="2400" kern="1200">
        <a:solidFill>
          <a:schemeClr val="tx1"/>
        </a:solidFill>
        <a:latin typeface="+mn-lt"/>
        <a:ea typeface="+mn-ea"/>
        <a:cs typeface="+mn-cs"/>
      </a:defRPr>
    </a:lvl3pPr>
    <a:lvl4pPr marL="1829166" algn="l" defTabSz="609722" rtl="0" eaLnBrk="1" latinLnBrk="0" hangingPunct="1">
      <a:defRPr sz="2400" kern="1200">
        <a:solidFill>
          <a:schemeClr val="tx1"/>
        </a:solidFill>
        <a:latin typeface="+mn-lt"/>
        <a:ea typeface="+mn-ea"/>
        <a:cs typeface="+mn-cs"/>
      </a:defRPr>
    </a:lvl4pPr>
    <a:lvl5pPr marL="2438888" algn="l" defTabSz="609722" rtl="0" eaLnBrk="1" latinLnBrk="0" hangingPunct="1">
      <a:defRPr sz="2400" kern="1200">
        <a:solidFill>
          <a:schemeClr val="tx1"/>
        </a:solidFill>
        <a:latin typeface="+mn-lt"/>
        <a:ea typeface="+mn-ea"/>
        <a:cs typeface="+mn-cs"/>
      </a:defRPr>
    </a:lvl5pPr>
    <a:lvl6pPr marL="3048610" algn="l" defTabSz="609722" rtl="0" eaLnBrk="1" latinLnBrk="0" hangingPunct="1">
      <a:defRPr sz="2400" kern="1200">
        <a:solidFill>
          <a:schemeClr val="tx1"/>
        </a:solidFill>
        <a:latin typeface="+mn-lt"/>
        <a:ea typeface="+mn-ea"/>
        <a:cs typeface="+mn-cs"/>
      </a:defRPr>
    </a:lvl6pPr>
    <a:lvl7pPr marL="3658332" algn="l" defTabSz="609722" rtl="0" eaLnBrk="1" latinLnBrk="0" hangingPunct="1">
      <a:defRPr sz="2400" kern="1200">
        <a:solidFill>
          <a:schemeClr val="tx1"/>
        </a:solidFill>
        <a:latin typeface="+mn-lt"/>
        <a:ea typeface="+mn-ea"/>
        <a:cs typeface="+mn-cs"/>
      </a:defRPr>
    </a:lvl7pPr>
    <a:lvl8pPr marL="4268053" algn="l" defTabSz="609722" rtl="0" eaLnBrk="1" latinLnBrk="0" hangingPunct="1">
      <a:defRPr sz="2400" kern="1200">
        <a:solidFill>
          <a:schemeClr val="tx1"/>
        </a:solidFill>
        <a:latin typeface="+mn-lt"/>
        <a:ea typeface="+mn-ea"/>
        <a:cs typeface="+mn-cs"/>
      </a:defRPr>
    </a:lvl8pPr>
    <a:lvl9pPr marL="4877775" algn="l" defTabSz="609722"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53" userDrawn="1">
          <p15:clr>
            <a:srgbClr val="A4A3A4"/>
          </p15:clr>
        </p15:guide>
        <p15:guide id="2" orient="horz" pos="4136" userDrawn="1">
          <p15:clr>
            <a:srgbClr val="A4A3A4"/>
          </p15:clr>
        </p15:guide>
        <p15:guide id="3" orient="horz" pos="121" userDrawn="1">
          <p15:clr>
            <a:srgbClr val="A4A3A4"/>
          </p15:clr>
        </p15:guide>
        <p15:guide id="4" pos="211" userDrawn="1">
          <p15:clr>
            <a:srgbClr val="A4A3A4"/>
          </p15:clr>
        </p15:guide>
        <p15:guide id="5" pos="3842" userDrawn="1">
          <p15:clr>
            <a:srgbClr val="A4A3A4"/>
          </p15:clr>
        </p15:guide>
        <p15:guide id="6" pos="6988" userDrawn="1">
          <p15:clr>
            <a:srgbClr val="A4A3A4"/>
          </p15:clr>
        </p15:guide>
        <p15:guide id="7" pos="7472" userDrawn="1">
          <p15:clr>
            <a:srgbClr val="A4A3A4"/>
          </p15:clr>
        </p15:guide>
        <p15:guide id="8" pos="695"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43AEFF"/>
    <a:srgbClr val="89CCFF"/>
    <a:srgbClr val="0D97FF"/>
    <a:srgbClr val="FFE093"/>
    <a:srgbClr val="004F8A"/>
    <a:srgbClr val="F0AB00"/>
    <a:srgbClr val="BC8600"/>
    <a:srgbClr val="0069B8"/>
    <a:srgbClr val="005DA2"/>
    <a:srgbClr val="0067B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Helle Formatvorlag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69" autoAdjust="0"/>
    <p:restoredTop sz="94750"/>
  </p:normalViewPr>
  <p:slideViewPr>
    <p:cSldViewPr snapToObjects="1">
      <p:cViewPr varScale="1">
        <p:scale>
          <a:sx n="132" d="100"/>
          <a:sy n="132" d="100"/>
        </p:scale>
        <p:origin x="258" y="120"/>
      </p:cViewPr>
      <p:guideLst>
        <p:guide orient="horz" pos="1553"/>
        <p:guide orient="horz" pos="4136"/>
        <p:guide orient="horz" pos="121"/>
        <p:guide pos="211"/>
        <p:guide pos="3842"/>
        <p:guide pos="6988"/>
        <p:guide pos="7472"/>
        <p:guide pos="695"/>
      </p:guideLst>
    </p:cSldViewPr>
  </p:slideViewPr>
  <p:notesTextViewPr>
    <p:cViewPr>
      <p:scale>
        <a:sx n="100" d="100"/>
        <a:sy n="100" d="100"/>
      </p:scale>
      <p:origin x="0" y="0"/>
    </p:cViewPr>
  </p:notesTextViewPr>
  <p:sorterViewPr>
    <p:cViewPr>
      <p:scale>
        <a:sx n="167" d="100"/>
        <a:sy n="167" d="100"/>
      </p:scale>
      <p:origin x="0" y="0"/>
    </p:cViewPr>
  </p:sorterViewPr>
  <p:notesViewPr>
    <p:cSldViewPr snapToGrid="0" snapToObjects="1" showGuides="1">
      <p:cViewPr varScale="1">
        <p:scale>
          <a:sx n="167" d="100"/>
          <a:sy n="167" d="100"/>
        </p:scale>
        <p:origin x="3264" y="19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50443" y="0"/>
            <a:ext cx="2945659" cy="496411"/>
          </a:xfrm>
          <a:prstGeom prst="rect">
            <a:avLst/>
          </a:prstGeom>
        </p:spPr>
        <p:txBody>
          <a:bodyPr vert="horz" lIns="91440" tIns="45720" rIns="91440" bIns="45720" rtlCol="0"/>
          <a:lstStyle>
            <a:lvl1pPr algn="r">
              <a:defRPr sz="1200"/>
            </a:lvl1pPr>
          </a:lstStyle>
          <a:p>
            <a:fld id="{6E36CB80-A1C6-BF45-BCFB-B4EBEA9BFB53}" type="datetimeFigureOut">
              <a:rPr lang="en-US" smtClean="0"/>
              <a:t>3/16/2017</a:t>
            </a:fld>
            <a:endParaRPr lang="en-US"/>
          </a:p>
        </p:txBody>
      </p:sp>
      <p:sp>
        <p:nvSpPr>
          <p:cNvPr id="4" name="Footer Placeholder 3"/>
          <p:cNvSpPr>
            <a:spLocks noGrp="1"/>
          </p:cNvSpPr>
          <p:nvPr>
            <p:ph type="ftr" sz="quarter" idx="2"/>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50443" y="9430091"/>
            <a:ext cx="2945659" cy="496411"/>
          </a:xfrm>
          <a:prstGeom prst="rect">
            <a:avLst/>
          </a:prstGeom>
        </p:spPr>
        <p:txBody>
          <a:bodyPr vert="horz" lIns="91440" tIns="45720" rIns="91440" bIns="45720" rtlCol="0" anchor="b"/>
          <a:lstStyle>
            <a:lvl1pPr algn="r">
              <a:defRPr sz="1200"/>
            </a:lvl1pPr>
          </a:lstStyle>
          <a:p>
            <a:fld id="{96B20A29-01D2-D745-9F9F-CE9B11968EA4}" type="slidenum">
              <a:rPr lang="en-US" smtClean="0"/>
              <a:t>‹#›</a:t>
            </a:fld>
            <a:endParaRPr lang="en-US"/>
          </a:p>
        </p:txBody>
      </p:sp>
    </p:spTree>
    <p:extLst>
      <p:ext uri="{BB962C8B-B14F-4D97-AF65-F5344CB8AC3E}">
        <p14:creationId xmlns:p14="http://schemas.microsoft.com/office/powerpoint/2010/main" val="24622096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a:defRPr sz="1200"/>
            </a:lvl1pPr>
          </a:lstStyle>
          <a:p>
            <a:fld id="{D721B29A-B2D5-5D42-96BB-437B7AD4EF8F}" type="datetimeFigureOut">
              <a:rPr lang="en-US" smtClean="0"/>
              <a:t>3/16/2017</a:t>
            </a:fld>
            <a:endParaRPr lang="en-US"/>
          </a:p>
        </p:txBody>
      </p:sp>
      <p:sp>
        <p:nvSpPr>
          <p:cNvPr id="4" name="Slide Image Placeholder 3"/>
          <p:cNvSpPr>
            <a:spLocks noGrp="1" noRot="1" noChangeAspect="1"/>
          </p:cNvSpPr>
          <p:nvPr>
            <p:ph type="sldImg" idx="2"/>
          </p:nvPr>
        </p:nvSpPr>
        <p:spPr>
          <a:xfrm>
            <a:off x="88900" y="744538"/>
            <a:ext cx="6619875" cy="3722687"/>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de-DE"/>
              <a:t>Click to edit Master text styles</a:t>
            </a:r>
          </a:p>
          <a:p>
            <a:pPr lvl="1"/>
            <a:r>
              <a:rPr lang="de-DE"/>
              <a:t>Second level</a:t>
            </a:r>
          </a:p>
          <a:p>
            <a:pPr lvl="2"/>
            <a:r>
              <a:rPr lang="de-DE"/>
              <a:t>Third level</a:t>
            </a:r>
          </a:p>
          <a:p>
            <a:pPr lvl="3"/>
            <a:r>
              <a:rPr lang="de-DE"/>
              <a:t>Fourth level</a:t>
            </a:r>
          </a:p>
          <a:p>
            <a:pPr lvl="4"/>
            <a:r>
              <a:rPr lang="de-DE"/>
              <a:t>Fifth level</a:t>
            </a:r>
            <a:endParaRPr lang="en-US"/>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a:defRPr sz="1200"/>
            </a:lvl1pPr>
          </a:lstStyle>
          <a:p>
            <a:fld id="{684666C6-0A7F-8747-B8B0-44FDA83C4917}" type="slidenum">
              <a:rPr lang="en-US" smtClean="0"/>
              <a:t>‹#›</a:t>
            </a:fld>
            <a:endParaRPr lang="en-US"/>
          </a:p>
        </p:txBody>
      </p:sp>
    </p:spTree>
    <p:extLst>
      <p:ext uri="{BB962C8B-B14F-4D97-AF65-F5344CB8AC3E}">
        <p14:creationId xmlns:p14="http://schemas.microsoft.com/office/powerpoint/2010/main" val="3946853353"/>
      </p:ext>
    </p:extLst>
  </p:cSld>
  <p:clrMap bg1="lt1" tx1="dk1" bg2="lt2" tx2="dk2" accent1="accent1" accent2="accent2" accent3="accent3" accent4="accent4" accent5="accent5" accent6="accent6" hlink="hlink" folHlink="folHlink"/>
  <p:hf hdr="0" ftr="0" dt="0"/>
  <p:notesStyle>
    <a:lvl1pPr marL="0" algn="l" defTabSz="609722" rtl="0" eaLnBrk="1" latinLnBrk="0" hangingPunct="1">
      <a:defRPr sz="1600" kern="1200">
        <a:solidFill>
          <a:schemeClr val="tx1"/>
        </a:solidFill>
        <a:latin typeface="+mn-lt"/>
        <a:ea typeface="+mn-ea"/>
        <a:cs typeface="+mn-cs"/>
      </a:defRPr>
    </a:lvl1pPr>
    <a:lvl2pPr marL="609722" algn="l" defTabSz="609722" rtl="0" eaLnBrk="1" latinLnBrk="0" hangingPunct="1">
      <a:defRPr sz="1600" kern="1200">
        <a:solidFill>
          <a:schemeClr val="tx1"/>
        </a:solidFill>
        <a:latin typeface="+mn-lt"/>
        <a:ea typeface="+mn-ea"/>
        <a:cs typeface="+mn-cs"/>
      </a:defRPr>
    </a:lvl2pPr>
    <a:lvl3pPr marL="1219444" algn="l" defTabSz="609722" rtl="0" eaLnBrk="1" latinLnBrk="0" hangingPunct="1">
      <a:defRPr sz="1600" kern="1200">
        <a:solidFill>
          <a:schemeClr val="tx1"/>
        </a:solidFill>
        <a:latin typeface="+mn-lt"/>
        <a:ea typeface="+mn-ea"/>
        <a:cs typeface="+mn-cs"/>
      </a:defRPr>
    </a:lvl3pPr>
    <a:lvl4pPr marL="1829166" algn="l" defTabSz="609722" rtl="0" eaLnBrk="1" latinLnBrk="0" hangingPunct="1">
      <a:defRPr sz="1600" kern="1200">
        <a:solidFill>
          <a:schemeClr val="tx1"/>
        </a:solidFill>
        <a:latin typeface="+mn-lt"/>
        <a:ea typeface="+mn-ea"/>
        <a:cs typeface="+mn-cs"/>
      </a:defRPr>
    </a:lvl4pPr>
    <a:lvl5pPr marL="2438888" algn="l" defTabSz="609722" rtl="0" eaLnBrk="1" latinLnBrk="0" hangingPunct="1">
      <a:defRPr sz="1600" kern="1200">
        <a:solidFill>
          <a:schemeClr val="tx1"/>
        </a:solidFill>
        <a:latin typeface="+mn-lt"/>
        <a:ea typeface="+mn-ea"/>
        <a:cs typeface="+mn-cs"/>
      </a:defRPr>
    </a:lvl5pPr>
    <a:lvl6pPr marL="3048610" algn="l" defTabSz="609722" rtl="0" eaLnBrk="1" latinLnBrk="0" hangingPunct="1">
      <a:defRPr sz="1600" kern="1200">
        <a:solidFill>
          <a:schemeClr val="tx1"/>
        </a:solidFill>
        <a:latin typeface="+mn-lt"/>
        <a:ea typeface="+mn-ea"/>
        <a:cs typeface="+mn-cs"/>
      </a:defRPr>
    </a:lvl6pPr>
    <a:lvl7pPr marL="3658332" algn="l" defTabSz="609722" rtl="0" eaLnBrk="1" latinLnBrk="0" hangingPunct="1">
      <a:defRPr sz="1600" kern="1200">
        <a:solidFill>
          <a:schemeClr val="tx1"/>
        </a:solidFill>
        <a:latin typeface="+mn-lt"/>
        <a:ea typeface="+mn-ea"/>
        <a:cs typeface="+mn-cs"/>
      </a:defRPr>
    </a:lvl7pPr>
    <a:lvl8pPr marL="4268053" algn="l" defTabSz="609722" rtl="0" eaLnBrk="1" latinLnBrk="0" hangingPunct="1">
      <a:defRPr sz="1600" kern="1200">
        <a:solidFill>
          <a:schemeClr val="tx1"/>
        </a:solidFill>
        <a:latin typeface="+mn-lt"/>
        <a:ea typeface="+mn-ea"/>
        <a:cs typeface="+mn-cs"/>
      </a:defRPr>
    </a:lvl8pPr>
    <a:lvl9pPr marL="4877775" algn="l" defTabSz="609722"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2" Type="http://schemas.openxmlformats.org/officeDocument/2006/relationships/hyperlink" Target="http://global12.sap.com/corporate-en/legal/copyright/index.epx"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pic>
        <p:nvPicPr>
          <p:cNvPr id="6" name="Bild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
            <a:ext cx="12196764" cy="6860679"/>
          </a:xfrm>
          <a:prstGeom prst="rect">
            <a:avLst/>
          </a:prstGeom>
        </p:spPr>
      </p:pic>
      <p:pic>
        <p:nvPicPr>
          <p:cNvPr id="5" name="Picture 12" descr="SAP_scrn_R.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36816" y="6177243"/>
            <a:ext cx="784421" cy="389596"/>
          </a:xfrm>
          <a:prstGeom prst="rect">
            <a:avLst/>
          </a:prstGeom>
        </p:spPr>
      </p:pic>
      <p:sp>
        <p:nvSpPr>
          <p:cNvPr id="7" name="Text Placeholder 14"/>
          <p:cNvSpPr>
            <a:spLocks noGrp="1"/>
          </p:cNvSpPr>
          <p:nvPr>
            <p:ph type="body" sz="quarter" idx="15" hasCustomPrompt="1"/>
          </p:nvPr>
        </p:nvSpPr>
        <p:spPr>
          <a:xfrm>
            <a:off x="5003453" y="4571546"/>
            <a:ext cx="3024336" cy="648072"/>
          </a:xfrm>
          <a:prstGeom prst="rect">
            <a:avLst/>
          </a:prstGeom>
        </p:spPr>
        <p:txBody>
          <a:bodyPr vert="horz" lIns="0" tIns="0" rIns="0" bIns="0"/>
          <a:lstStyle>
            <a:lvl1pPr marL="0" indent="0">
              <a:lnSpc>
                <a:spcPct val="75000"/>
              </a:lnSpc>
              <a:buNone/>
              <a:defRPr sz="1400" b="0" i="0" baseline="0">
                <a:solidFill>
                  <a:schemeClr val="tx1"/>
                </a:solidFill>
                <a:latin typeface="BentonSans Book" charset="0"/>
                <a:ea typeface="BentonSans Book" charset="0"/>
                <a:cs typeface="BentonSans Book" charset="0"/>
              </a:defRPr>
            </a:lvl1pPr>
          </a:lstStyle>
          <a:p>
            <a:r>
              <a:rPr lang="de-DE" dirty="0" err="1"/>
              <a:t>Industry</a:t>
            </a:r>
            <a:r>
              <a:rPr lang="de-DE" dirty="0"/>
              <a:t> </a:t>
            </a:r>
            <a:r>
              <a:rPr lang="de-DE" dirty="0" err="1"/>
              <a:t>name</a:t>
            </a:r>
            <a:endParaRPr lang="de-DE" dirty="0"/>
          </a:p>
        </p:txBody>
      </p:sp>
    </p:spTree>
    <p:extLst>
      <p:ext uri="{BB962C8B-B14F-4D97-AF65-F5344CB8AC3E}">
        <p14:creationId xmlns:p14="http://schemas.microsoft.com/office/powerpoint/2010/main" val="1510762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9" name="Rectangle 8"/>
          <p:cNvSpPr/>
          <p:nvPr userDrawn="1"/>
        </p:nvSpPr>
        <p:spPr>
          <a:xfrm>
            <a:off x="-3548" y="0"/>
            <a:ext cx="12200311" cy="6858000"/>
          </a:xfrm>
          <a:prstGeom prst="rect">
            <a:avLst/>
          </a:prstGeom>
          <a:solidFill>
            <a:srgbClr val="2F37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1" name="Rectangle 10"/>
          <p:cNvSpPr/>
          <p:nvPr userDrawn="1"/>
        </p:nvSpPr>
        <p:spPr>
          <a:xfrm>
            <a:off x="334565" y="1"/>
            <a:ext cx="11527634" cy="51571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sp>
        <p:nvSpPr>
          <p:cNvPr id="15" name="Text Placeholder 14"/>
          <p:cNvSpPr>
            <a:spLocks noGrp="1"/>
          </p:cNvSpPr>
          <p:nvPr userDrawn="1">
            <p:ph type="body" sz="quarter" idx="14" hasCustomPrompt="1"/>
          </p:nvPr>
        </p:nvSpPr>
        <p:spPr>
          <a:xfrm>
            <a:off x="1119291" y="3429000"/>
            <a:ext cx="9974256" cy="462152"/>
          </a:xfrm>
          <a:prstGeom prst="rect">
            <a:avLst/>
          </a:prstGeom>
        </p:spPr>
        <p:txBody>
          <a:bodyPr vert="horz" lIns="0" tIns="0" rIns="0" bIns="93600" anchor="b" anchorCtr="0"/>
          <a:lstStyle>
            <a:lvl1pPr marL="0" indent="0">
              <a:buNone/>
              <a:defRPr sz="2600" b="0" i="0" baseline="0">
                <a:solidFill>
                  <a:schemeClr val="accent3"/>
                </a:solidFill>
                <a:latin typeface="BentonSans Regular"/>
                <a:cs typeface="BentonSans Regular"/>
              </a:defRPr>
            </a:lvl1pPr>
          </a:lstStyle>
          <a:p>
            <a:pPr lvl="0"/>
            <a:r>
              <a:rPr lang="en-US" dirty="0"/>
              <a:t>Speaking subtitle / Industry Name</a:t>
            </a:r>
          </a:p>
        </p:txBody>
      </p:sp>
      <p:sp>
        <p:nvSpPr>
          <p:cNvPr id="16" name="Text Placeholder 14"/>
          <p:cNvSpPr>
            <a:spLocks noGrp="1"/>
          </p:cNvSpPr>
          <p:nvPr userDrawn="1">
            <p:ph type="body" sz="quarter" idx="15" hasCustomPrompt="1"/>
          </p:nvPr>
        </p:nvSpPr>
        <p:spPr>
          <a:xfrm>
            <a:off x="1119294" y="4401036"/>
            <a:ext cx="9974256" cy="192021"/>
          </a:xfrm>
          <a:prstGeom prst="rect">
            <a:avLst/>
          </a:prstGeom>
        </p:spPr>
        <p:txBody>
          <a:bodyPr vert="horz" lIns="0" tIns="0" rIns="0" bIns="0"/>
          <a:lstStyle>
            <a:lvl1pPr marL="0" indent="0">
              <a:buNone/>
              <a:defRPr sz="1500" b="0" i="0" baseline="0">
                <a:solidFill>
                  <a:srgbClr val="777877"/>
                </a:solidFill>
                <a:latin typeface="BentonSans Regular"/>
                <a:cs typeface="BentonSans Regular"/>
              </a:defRPr>
            </a:lvl1pPr>
          </a:lstStyle>
          <a:p>
            <a:pPr lvl="0"/>
            <a:r>
              <a:rPr lang="en-US" dirty="0"/>
              <a:t>Speaker Name, Speaker Name</a:t>
            </a:r>
          </a:p>
        </p:txBody>
      </p:sp>
      <p:sp>
        <p:nvSpPr>
          <p:cNvPr id="17" name="Text Placeholder 14"/>
          <p:cNvSpPr>
            <a:spLocks noGrp="1"/>
          </p:cNvSpPr>
          <p:nvPr userDrawn="1">
            <p:ph type="body" sz="quarter" idx="16" hasCustomPrompt="1"/>
          </p:nvPr>
        </p:nvSpPr>
        <p:spPr>
          <a:xfrm>
            <a:off x="1119294" y="4656203"/>
            <a:ext cx="4835071" cy="288032"/>
          </a:xfrm>
          <a:prstGeom prst="rect">
            <a:avLst/>
          </a:prstGeom>
        </p:spPr>
        <p:txBody>
          <a:bodyPr vert="horz" lIns="0" tIns="0" rIns="0" bIns="0"/>
          <a:lstStyle>
            <a:lvl1pPr marL="0" indent="0">
              <a:buNone/>
              <a:defRPr sz="1500" b="0" i="0" baseline="0">
                <a:solidFill>
                  <a:srgbClr val="777877"/>
                </a:solidFill>
                <a:latin typeface="BentonSans Regular"/>
                <a:cs typeface="BentonSans Regular"/>
              </a:defRPr>
            </a:lvl1pPr>
          </a:lstStyle>
          <a:p>
            <a:pPr lvl="0"/>
            <a:r>
              <a:rPr lang="en-US" dirty="0"/>
              <a:t>Month 00, 2016</a:t>
            </a:r>
          </a:p>
        </p:txBody>
      </p:sp>
      <p:sp>
        <p:nvSpPr>
          <p:cNvPr id="8" name="Titel 7"/>
          <p:cNvSpPr>
            <a:spLocks noGrp="1"/>
          </p:cNvSpPr>
          <p:nvPr>
            <p:ph type="title" hasCustomPrompt="1"/>
          </p:nvPr>
        </p:nvSpPr>
        <p:spPr>
          <a:xfrm>
            <a:off x="1103870" y="548679"/>
            <a:ext cx="9989676" cy="2783947"/>
          </a:xfrm>
          <a:prstGeom prst="rect">
            <a:avLst/>
          </a:prstGeom>
        </p:spPr>
        <p:txBody>
          <a:bodyPr lIns="0" tIns="0" rIns="0" bIns="0" anchor="b" anchorCtr="0"/>
          <a:lstStyle>
            <a:lvl1pPr algn="l">
              <a:lnSpc>
                <a:spcPct val="84000"/>
              </a:lnSpc>
              <a:defRPr sz="7200" b="1" i="0" spc="-270" baseline="0">
                <a:solidFill>
                  <a:schemeClr val="tx1"/>
                </a:solidFill>
                <a:latin typeface="BentonSans Bold" charset="0"/>
              </a:defRPr>
            </a:lvl1pPr>
          </a:lstStyle>
          <a:p>
            <a:r>
              <a:rPr lang="de-DE" dirty="0"/>
              <a:t>Short title</a:t>
            </a:r>
          </a:p>
        </p:txBody>
      </p:sp>
      <p:sp>
        <p:nvSpPr>
          <p:cNvPr id="10" name="Text Placeholder 14"/>
          <p:cNvSpPr>
            <a:spLocks noGrp="1"/>
          </p:cNvSpPr>
          <p:nvPr>
            <p:ph type="body" sz="quarter" idx="17" hasCustomPrompt="1"/>
          </p:nvPr>
        </p:nvSpPr>
        <p:spPr>
          <a:xfrm>
            <a:off x="6258475" y="4656203"/>
            <a:ext cx="4835071" cy="288032"/>
          </a:xfrm>
          <a:prstGeom prst="rect">
            <a:avLst/>
          </a:prstGeom>
        </p:spPr>
        <p:txBody>
          <a:bodyPr vert="horz" lIns="0" tIns="0" rIns="0" bIns="0"/>
          <a:lstStyle>
            <a:lvl1pPr marL="0" indent="0" algn="r">
              <a:buNone/>
              <a:defRPr sz="1500" b="0" i="0" baseline="0">
                <a:solidFill>
                  <a:srgbClr val="777877"/>
                </a:solidFill>
                <a:latin typeface="BentonSans Regular"/>
                <a:cs typeface="BentonSans Regular"/>
              </a:defRPr>
            </a:lvl1pPr>
          </a:lstStyle>
          <a:p>
            <a:pPr lvl="0"/>
            <a:r>
              <a:rPr lang="en-US" dirty="0"/>
              <a:t>Internal</a:t>
            </a:r>
          </a:p>
        </p:txBody>
      </p:sp>
    </p:spTree>
    <p:extLst>
      <p:ext uri="{BB962C8B-B14F-4D97-AF65-F5344CB8AC3E}">
        <p14:creationId xmlns:p14="http://schemas.microsoft.com/office/powerpoint/2010/main" val="2112779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nector">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6"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2" name="Text Placeholder 14"/>
          <p:cNvSpPr>
            <a:spLocks noGrp="1"/>
          </p:cNvSpPr>
          <p:nvPr>
            <p:ph type="body" sz="quarter" idx="14" hasCustomPrompt="1"/>
          </p:nvPr>
        </p:nvSpPr>
        <p:spPr>
          <a:xfrm>
            <a:off x="1680165" y="644691"/>
            <a:ext cx="9413384" cy="5088565"/>
          </a:xfrm>
          <a:prstGeom prst="rect">
            <a:avLst/>
          </a:prstGeom>
        </p:spPr>
        <p:txBody>
          <a:bodyPr vert="horz" lIns="0" tIns="0" rIns="0" bIns="93600" anchor="t" anchorCtr="0"/>
          <a:lstStyle>
            <a:lvl1pPr marL="0" marR="0" indent="0" algn="l" defTabSz="609585" rtl="0" eaLnBrk="1" fontAlgn="auto" latinLnBrk="0" hangingPunct="1">
              <a:lnSpc>
                <a:spcPts val="4800"/>
              </a:lnSpc>
              <a:spcBef>
                <a:spcPts val="0"/>
              </a:spcBef>
              <a:spcAft>
                <a:spcPts val="0"/>
              </a:spcAft>
              <a:buClrTx/>
              <a:buSzTx/>
              <a:buFont typeface="Arial"/>
              <a:buNone/>
              <a:tabLst/>
              <a:defRPr sz="2600" b="0" i="0" baseline="0">
                <a:latin typeface="BentonSans Regular"/>
                <a:cs typeface="BentonSans Regular"/>
              </a:defRPr>
            </a:lvl1pPr>
          </a:lstStyle>
          <a:p>
            <a:pPr lvl="0"/>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p:txBody>
      </p:sp>
      <p:sp>
        <p:nvSpPr>
          <p:cNvPr id="14" name="Text Placeholder 14"/>
          <p:cNvSpPr>
            <a:spLocks noGrp="1"/>
          </p:cNvSpPr>
          <p:nvPr>
            <p:ph type="body" sz="quarter" idx="15" hasCustomPrompt="1"/>
          </p:nvPr>
        </p:nvSpPr>
        <p:spPr>
          <a:xfrm>
            <a:off x="1119421" y="644691"/>
            <a:ext cx="464697" cy="4896544"/>
          </a:xfrm>
          <a:prstGeom prst="rect">
            <a:avLst/>
          </a:prstGeom>
        </p:spPr>
        <p:txBody>
          <a:bodyPr vert="horz" lIns="0" tIns="0" rIns="0" bIns="93600" anchor="t" anchorCtr="0"/>
          <a:lstStyle>
            <a:lvl1pPr marL="0" indent="0">
              <a:lnSpc>
                <a:spcPts val="4800"/>
              </a:lnSpc>
              <a:spcBef>
                <a:spcPts val="0"/>
              </a:spcBef>
              <a:buNone/>
              <a:defRPr sz="1600" b="1" i="0">
                <a:solidFill>
                  <a:schemeClr val="accent3"/>
                </a:solidFill>
                <a:latin typeface="BentonSans Regular"/>
                <a:cs typeface="BentonSans Regular"/>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p:txBody>
      </p:sp>
    </p:spTree>
    <p:extLst>
      <p:ext uri="{BB962C8B-B14F-4D97-AF65-F5344CB8AC3E}">
        <p14:creationId xmlns:p14="http://schemas.microsoft.com/office/powerpoint/2010/main" val="2656345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nector_with_Head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6"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2" name="Text Placeholder 14"/>
          <p:cNvSpPr>
            <a:spLocks noGrp="1"/>
          </p:cNvSpPr>
          <p:nvPr>
            <p:ph type="body" sz="quarter" idx="14" hasCustomPrompt="1"/>
          </p:nvPr>
        </p:nvSpPr>
        <p:spPr>
          <a:xfrm>
            <a:off x="1680165" y="752931"/>
            <a:ext cx="9413384" cy="5088565"/>
          </a:xfrm>
          <a:prstGeom prst="rect">
            <a:avLst/>
          </a:prstGeom>
        </p:spPr>
        <p:txBody>
          <a:bodyPr vert="horz" lIns="0" tIns="0" rIns="0" bIns="93600" anchor="t" anchorCtr="0"/>
          <a:lstStyle>
            <a:lvl1pPr marL="0" marR="0" indent="0" algn="l" defTabSz="609585" rtl="0" eaLnBrk="1" fontAlgn="auto" latinLnBrk="0" hangingPunct="1">
              <a:lnSpc>
                <a:spcPts val="4800"/>
              </a:lnSpc>
              <a:spcBef>
                <a:spcPts val="0"/>
              </a:spcBef>
              <a:spcAft>
                <a:spcPts val="0"/>
              </a:spcAft>
              <a:buClrTx/>
              <a:buSzTx/>
              <a:buFont typeface="Arial"/>
              <a:buNone/>
              <a:tabLst/>
              <a:defRPr sz="2600" b="0" i="0" baseline="0">
                <a:latin typeface="BentonSans Regular"/>
                <a:cs typeface="BentonSans Regular"/>
              </a:defRPr>
            </a:lvl1pPr>
          </a:lstStyle>
          <a:p>
            <a:pPr lvl="0"/>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p:txBody>
      </p:sp>
      <p:sp>
        <p:nvSpPr>
          <p:cNvPr id="14" name="Text Placeholder 14"/>
          <p:cNvSpPr>
            <a:spLocks noGrp="1"/>
          </p:cNvSpPr>
          <p:nvPr>
            <p:ph type="body" sz="quarter" idx="15" hasCustomPrompt="1"/>
          </p:nvPr>
        </p:nvSpPr>
        <p:spPr>
          <a:xfrm>
            <a:off x="1119421" y="752931"/>
            <a:ext cx="464697" cy="4896544"/>
          </a:xfrm>
          <a:prstGeom prst="rect">
            <a:avLst/>
          </a:prstGeom>
        </p:spPr>
        <p:txBody>
          <a:bodyPr vert="horz" lIns="0" tIns="0" rIns="0" bIns="93600" anchor="t" anchorCtr="0"/>
          <a:lstStyle>
            <a:lvl1pPr marL="0" indent="0">
              <a:lnSpc>
                <a:spcPts val="4800"/>
              </a:lnSpc>
              <a:spcBef>
                <a:spcPts val="0"/>
              </a:spcBef>
              <a:buNone/>
              <a:defRPr sz="1600" b="1" i="0">
                <a:solidFill>
                  <a:schemeClr val="accent3"/>
                </a:solidFill>
                <a:latin typeface="BentonSans Regular"/>
                <a:cs typeface="BentonSans Regular"/>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p:txBody>
      </p:sp>
      <p:sp>
        <p:nvSpPr>
          <p:cNvPr id="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1467108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nector_Timetable">
    <p:spTree>
      <p:nvGrpSpPr>
        <p:cNvPr id="1" name=""/>
        <p:cNvGrpSpPr/>
        <p:nvPr/>
      </p:nvGrpSpPr>
      <p:grpSpPr>
        <a:xfrm>
          <a:off x="0" y="0"/>
          <a:ext cx="0" cy="0"/>
          <a:chOff x="0" y="0"/>
          <a:chExt cx="0" cy="0"/>
        </a:xfrm>
      </p:grpSpPr>
      <p:sp>
        <p:nvSpPr>
          <p:cNvPr id="12" name="Text Placeholder 14"/>
          <p:cNvSpPr>
            <a:spLocks noGrp="1"/>
          </p:cNvSpPr>
          <p:nvPr>
            <p:ph type="body" sz="quarter" idx="14" hasCustomPrompt="1"/>
          </p:nvPr>
        </p:nvSpPr>
        <p:spPr>
          <a:xfrm>
            <a:off x="2447889" y="644691"/>
            <a:ext cx="8645662" cy="5088565"/>
          </a:xfrm>
          <a:prstGeom prst="rect">
            <a:avLst/>
          </a:prstGeom>
        </p:spPr>
        <p:txBody>
          <a:bodyPr vert="horz" lIns="0" tIns="54000" rIns="0" bIns="93600" anchor="t" anchorCtr="0"/>
          <a:lstStyle>
            <a:lvl1pPr marL="0" marR="0" indent="0" algn="l" defTabSz="609585" rtl="0" eaLnBrk="1" fontAlgn="auto" latinLnBrk="0" hangingPunct="1">
              <a:lnSpc>
                <a:spcPts val="2933"/>
              </a:lnSpc>
              <a:spcBef>
                <a:spcPts val="0"/>
              </a:spcBef>
              <a:spcAft>
                <a:spcPts val="0"/>
              </a:spcAft>
              <a:buClrTx/>
              <a:buSzTx/>
              <a:buFont typeface="Arial"/>
              <a:buNone/>
              <a:tabLst/>
              <a:defRPr sz="1800" b="0" i="0" baseline="0">
                <a:latin typeface="BentonSans Regular"/>
                <a:cs typeface="BentonSans Regular"/>
              </a:defRPr>
            </a:lvl1pPr>
          </a:lstStyle>
          <a:p>
            <a:pPr lvl="0"/>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p:txBody>
      </p:sp>
      <p:sp>
        <p:nvSpPr>
          <p:cNvPr id="14" name="Text Placeholder 14"/>
          <p:cNvSpPr>
            <a:spLocks noGrp="1"/>
          </p:cNvSpPr>
          <p:nvPr>
            <p:ph type="body" sz="quarter" idx="15" hasCustomPrompt="1"/>
          </p:nvPr>
        </p:nvSpPr>
        <p:spPr>
          <a:xfrm>
            <a:off x="1119420" y="644691"/>
            <a:ext cx="1137035" cy="4896544"/>
          </a:xfrm>
          <a:prstGeom prst="rect">
            <a:avLst/>
          </a:prstGeom>
        </p:spPr>
        <p:txBody>
          <a:bodyPr vert="horz" lIns="0" tIns="54000" rIns="0" bIns="93600" anchor="t" anchorCtr="0"/>
          <a:lstStyle>
            <a:lvl1pPr marL="0" indent="0">
              <a:lnSpc>
                <a:spcPts val="2933"/>
              </a:lnSpc>
              <a:spcBef>
                <a:spcPts val="0"/>
              </a:spcBef>
              <a:buNone/>
              <a:defRPr sz="1600" b="1" i="0">
                <a:solidFill>
                  <a:schemeClr val="accent3"/>
                </a:solidFill>
                <a:latin typeface="BentonSans Regular"/>
                <a:cs typeface="BentonSans Regular"/>
              </a:defRPr>
            </a:lvl1pPr>
          </a:lstStyle>
          <a:p>
            <a:pPr lvl="0"/>
            <a:r>
              <a:rPr lang="en-US" dirty="0"/>
              <a:t>00:00</a:t>
            </a:r>
          </a:p>
          <a:p>
            <a:pPr lvl="0"/>
            <a:r>
              <a:rPr lang="en-US" dirty="0"/>
              <a:t>00:00</a:t>
            </a:r>
          </a:p>
          <a:p>
            <a:pPr lvl="0"/>
            <a:r>
              <a:rPr lang="en-US" dirty="0"/>
              <a:t>00:00</a:t>
            </a:r>
          </a:p>
          <a:p>
            <a:pPr lvl="0"/>
            <a:r>
              <a:rPr lang="en-US" dirty="0"/>
              <a:t>00:00</a:t>
            </a:r>
          </a:p>
          <a:p>
            <a:pPr lvl="0"/>
            <a:r>
              <a:rPr lang="en-US" dirty="0"/>
              <a:t>00:00</a:t>
            </a:r>
          </a:p>
          <a:p>
            <a:pPr lvl="0"/>
            <a:r>
              <a:rPr lang="en-US" dirty="0"/>
              <a:t>00:00</a:t>
            </a:r>
          </a:p>
          <a:p>
            <a:pPr lvl="0"/>
            <a:r>
              <a:rPr lang="en-US" dirty="0"/>
              <a:t>00:00</a:t>
            </a:r>
          </a:p>
        </p:txBody>
      </p:sp>
      <p:sp>
        <p:nvSpPr>
          <p:cNvPr id="7"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8"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Tree>
    <p:extLst>
      <p:ext uri="{BB962C8B-B14F-4D97-AF65-F5344CB8AC3E}">
        <p14:creationId xmlns:p14="http://schemas.microsoft.com/office/powerpoint/2010/main" val="4248772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nector_Timetable_with_Headline">
    <p:spTree>
      <p:nvGrpSpPr>
        <p:cNvPr id="1" name=""/>
        <p:cNvGrpSpPr/>
        <p:nvPr/>
      </p:nvGrpSpPr>
      <p:grpSpPr>
        <a:xfrm>
          <a:off x="0" y="0"/>
          <a:ext cx="0" cy="0"/>
          <a:chOff x="0" y="0"/>
          <a:chExt cx="0" cy="0"/>
        </a:xfrm>
      </p:grpSpPr>
      <p:sp>
        <p:nvSpPr>
          <p:cNvPr id="12" name="Text Placeholder 14"/>
          <p:cNvSpPr>
            <a:spLocks noGrp="1"/>
          </p:cNvSpPr>
          <p:nvPr>
            <p:ph type="body" sz="quarter" idx="14" hasCustomPrompt="1"/>
          </p:nvPr>
        </p:nvSpPr>
        <p:spPr>
          <a:xfrm>
            <a:off x="2447889" y="752123"/>
            <a:ext cx="8645662" cy="5088565"/>
          </a:xfrm>
          <a:prstGeom prst="rect">
            <a:avLst/>
          </a:prstGeom>
        </p:spPr>
        <p:txBody>
          <a:bodyPr vert="horz" lIns="0" tIns="54000" rIns="0" bIns="93600" anchor="t" anchorCtr="0"/>
          <a:lstStyle>
            <a:lvl1pPr marL="0" marR="0" indent="0" algn="l" defTabSz="609585" rtl="0" eaLnBrk="1" fontAlgn="auto" latinLnBrk="0" hangingPunct="1">
              <a:lnSpc>
                <a:spcPts val="2933"/>
              </a:lnSpc>
              <a:spcBef>
                <a:spcPts val="0"/>
              </a:spcBef>
              <a:spcAft>
                <a:spcPts val="0"/>
              </a:spcAft>
              <a:buClrTx/>
              <a:buSzTx/>
              <a:buFont typeface="Arial"/>
              <a:buNone/>
              <a:tabLst/>
              <a:defRPr sz="1800" b="0" i="0" baseline="0">
                <a:latin typeface="BentonSans Regular"/>
                <a:cs typeface="BentonSans Regular"/>
              </a:defRPr>
            </a:lvl1pPr>
          </a:lstStyle>
          <a:p>
            <a:pPr lvl="0"/>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ct val="100000"/>
              </a:lnSpc>
              <a:spcBef>
                <a:spcPct val="2000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a:p>
            <a:pPr marL="0" marR="0" lvl="0" indent="0" algn="l" defTabSz="609585" rtl="0" eaLnBrk="1" fontAlgn="auto" latinLnBrk="0" hangingPunct="1">
              <a:lnSpc>
                <a:spcPts val="3733"/>
              </a:lnSpc>
              <a:spcBef>
                <a:spcPts val="0"/>
              </a:spcBef>
              <a:spcAft>
                <a:spcPts val="0"/>
              </a:spcAft>
              <a:buClrTx/>
              <a:buSzTx/>
              <a:buFont typeface="Arial"/>
              <a:buNone/>
              <a:tabLst/>
              <a:defRPr/>
            </a:pPr>
            <a:r>
              <a:rPr lang="en-US" dirty="0"/>
              <a:t>Short content description</a:t>
            </a:r>
          </a:p>
        </p:txBody>
      </p:sp>
      <p:sp>
        <p:nvSpPr>
          <p:cNvPr id="14" name="Text Placeholder 14"/>
          <p:cNvSpPr>
            <a:spLocks noGrp="1"/>
          </p:cNvSpPr>
          <p:nvPr>
            <p:ph type="body" sz="quarter" idx="15" hasCustomPrompt="1"/>
          </p:nvPr>
        </p:nvSpPr>
        <p:spPr>
          <a:xfrm>
            <a:off x="1119420" y="752123"/>
            <a:ext cx="1137035" cy="4896544"/>
          </a:xfrm>
          <a:prstGeom prst="rect">
            <a:avLst/>
          </a:prstGeom>
        </p:spPr>
        <p:txBody>
          <a:bodyPr vert="horz" lIns="0" tIns="54000" rIns="0" bIns="93600" anchor="t" anchorCtr="0"/>
          <a:lstStyle>
            <a:lvl1pPr marL="0" indent="0">
              <a:lnSpc>
                <a:spcPts val="2933"/>
              </a:lnSpc>
              <a:spcBef>
                <a:spcPts val="0"/>
              </a:spcBef>
              <a:buNone/>
              <a:defRPr sz="1600" b="1" i="0">
                <a:solidFill>
                  <a:schemeClr val="accent3"/>
                </a:solidFill>
                <a:latin typeface="BentonSans Regular"/>
                <a:cs typeface="BentonSans Regular"/>
              </a:defRPr>
            </a:lvl1pPr>
          </a:lstStyle>
          <a:p>
            <a:pPr lvl="0"/>
            <a:r>
              <a:rPr lang="en-US" dirty="0"/>
              <a:t>00:00</a:t>
            </a:r>
          </a:p>
          <a:p>
            <a:pPr lvl="0"/>
            <a:r>
              <a:rPr lang="en-US" dirty="0"/>
              <a:t>00:00</a:t>
            </a:r>
          </a:p>
          <a:p>
            <a:pPr lvl="0"/>
            <a:r>
              <a:rPr lang="en-US" dirty="0"/>
              <a:t>00:00</a:t>
            </a:r>
          </a:p>
          <a:p>
            <a:pPr lvl="0"/>
            <a:r>
              <a:rPr lang="en-US" dirty="0"/>
              <a:t>00:00</a:t>
            </a:r>
          </a:p>
          <a:p>
            <a:pPr lvl="0"/>
            <a:r>
              <a:rPr lang="en-US" dirty="0"/>
              <a:t>00:00</a:t>
            </a:r>
          </a:p>
          <a:p>
            <a:pPr lvl="0"/>
            <a:r>
              <a:rPr lang="en-US" dirty="0"/>
              <a:t>00:00</a:t>
            </a:r>
          </a:p>
          <a:p>
            <a:pPr lvl="0"/>
            <a:r>
              <a:rPr lang="en-US" dirty="0"/>
              <a:t>00:00</a:t>
            </a:r>
          </a:p>
        </p:txBody>
      </p:sp>
      <p:sp>
        <p:nvSpPr>
          <p:cNvPr id="7"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8"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0"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1972969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with Chapter">
    <p:spTree>
      <p:nvGrpSpPr>
        <p:cNvPr id="1" name=""/>
        <p:cNvGrpSpPr/>
        <p:nvPr/>
      </p:nvGrpSpPr>
      <p:grpSpPr>
        <a:xfrm>
          <a:off x="0" y="0"/>
          <a:ext cx="0" cy="0"/>
          <a:chOff x="0" y="0"/>
          <a:chExt cx="0" cy="0"/>
        </a:xfrm>
      </p:grpSpPr>
      <p:sp>
        <p:nvSpPr>
          <p:cNvPr id="8" name="Text Placeholder 14"/>
          <p:cNvSpPr>
            <a:spLocks noGrp="1"/>
          </p:cNvSpPr>
          <p:nvPr>
            <p:ph type="body" sz="quarter" idx="14" hasCustomPrompt="1"/>
          </p:nvPr>
        </p:nvSpPr>
        <p:spPr>
          <a:xfrm>
            <a:off x="1680165" y="644691"/>
            <a:ext cx="9413384" cy="672075"/>
          </a:xfrm>
          <a:prstGeom prst="rect">
            <a:avLst/>
          </a:prstGeom>
        </p:spPr>
        <p:txBody>
          <a:bodyPr vert="horz" lIns="0" tIns="0" rIns="0" bIns="93600" anchor="t" anchorCtr="0"/>
          <a:lstStyle>
            <a:lvl1pPr marL="0" marR="0" indent="0" algn="l" defTabSz="609585" rtl="0" eaLnBrk="1" fontAlgn="auto" latinLnBrk="0" hangingPunct="1">
              <a:lnSpc>
                <a:spcPts val="4800"/>
              </a:lnSpc>
              <a:spcBef>
                <a:spcPts val="0"/>
              </a:spcBef>
              <a:spcAft>
                <a:spcPts val="0"/>
              </a:spcAft>
              <a:buClrTx/>
              <a:buSzTx/>
              <a:buFont typeface="Arial"/>
              <a:buNone/>
              <a:tabLst/>
              <a:defRPr sz="2600" b="0" i="0" baseline="0">
                <a:solidFill>
                  <a:schemeClr val="accent3"/>
                </a:solidFill>
                <a:latin typeface="BentonSans Regular"/>
                <a:cs typeface="BentonSans Regular"/>
              </a:defRPr>
            </a:lvl1pPr>
          </a:lstStyle>
          <a:p>
            <a:pPr lvl="0"/>
            <a:r>
              <a:rPr lang="en-US" dirty="0"/>
              <a:t>Short content description</a:t>
            </a:r>
          </a:p>
        </p:txBody>
      </p:sp>
      <p:sp>
        <p:nvSpPr>
          <p:cNvPr id="12" name="Text Placeholder 14"/>
          <p:cNvSpPr>
            <a:spLocks noGrp="1"/>
          </p:cNvSpPr>
          <p:nvPr>
            <p:ph type="body" sz="quarter" idx="15" hasCustomPrompt="1"/>
          </p:nvPr>
        </p:nvSpPr>
        <p:spPr>
          <a:xfrm>
            <a:off x="1119421" y="644691"/>
            <a:ext cx="464697" cy="672075"/>
          </a:xfrm>
          <a:prstGeom prst="rect">
            <a:avLst/>
          </a:prstGeom>
        </p:spPr>
        <p:txBody>
          <a:bodyPr vert="horz" lIns="0" tIns="0" rIns="0" bIns="93600" anchor="t" anchorCtr="0"/>
          <a:lstStyle>
            <a:lvl1pPr marL="0" indent="0">
              <a:lnSpc>
                <a:spcPts val="4800"/>
              </a:lnSpc>
              <a:spcBef>
                <a:spcPts val="0"/>
              </a:spcBef>
              <a:buNone/>
              <a:defRPr sz="1600" b="1" i="0">
                <a:solidFill>
                  <a:schemeClr val="accent3"/>
                </a:solidFill>
                <a:latin typeface="BentonSans Regular"/>
                <a:cs typeface="BentonSans Regular"/>
              </a:defRPr>
            </a:lvl1pPr>
          </a:lstStyle>
          <a:p>
            <a:pPr lvl="0"/>
            <a:r>
              <a:rPr lang="en-US" dirty="0"/>
              <a:t>01</a:t>
            </a:r>
          </a:p>
        </p:txBody>
      </p:sp>
      <p:grpSp>
        <p:nvGrpSpPr>
          <p:cNvPr id="13" name="Group 12"/>
          <p:cNvGrpSpPr/>
          <p:nvPr userDrawn="1"/>
        </p:nvGrpSpPr>
        <p:grpSpPr>
          <a:xfrm>
            <a:off x="1119420" y="734551"/>
            <a:ext cx="9957923" cy="523695"/>
            <a:chOff x="839237" y="555526"/>
            <a:chExt cx="7465526" cy="432048"/>
          </a:xfrm>
        </p:grpSpPr>
        <p:cxnSp>
          <p:nvCxnSpPr>
            <p:cNvPr id="14" name="Straight Connector 13"/>
            <p:cNvCxnSpPr/>
            <p:nvPr/>
          </p:nvCxnSpPr>
          <p:spPr>
            <a:xfrm>
              <a:off x="839237" y="555526"/>
              <a:ext cx="7465526"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839237" y="987574"/>
              <a:ext cx="7465526"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grpSp>
      <p:pic>
        <p:nvPicPr>
          <p:cNvPr id="16" name="Bild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7"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8"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20" name="Titel 7"/>
          <p:cNvSpPr>
            <a:spLocks noGrp="1"/>
          </p:cNvSpPr>
          <p:nvPr>
            <p:ph type="title"/>
          </p:nvPr>
        </p:nvSpPr>
        <p:spPr>
          <a:xfrm>
            <a:off x="1103870" y="2392672"/>
            <a:ext cx="9989676" cy="2860531"/>
          </a:xfrm>
          <a:prstGeom prst="rect">
            <a:avLst/>
          </a:prstGeom>
        </p:spPr>
        <p:txBody>
          <a:bodyPr lIns="0" tIns="0" rIns="0" bIns="0" anchor="t" anchorCtr="0"/>
          <a:lstStyle>
            <a:lvl1pPr algn="l">
              <a:lnSpc>
                <a:spcPct val="84000"/>
              </a:lnSpc>
              <a:defRPr sz="7200" b="1" i="0" spc="-270" baseline="0">
                <a:solidFill>
                  <a:schemeClr val="tx1"/>
                </a:solidFill>
                <a:latin typeface="BentonSans Bold" charset="0"/>
              </a:defRPr>
            </a:lvl1pPr>
          </a:lstStyle>
          <a:p>
            <a:r>
              <a:rPr lang="en-US"/>
              <a:t>Click to edit Master title style</a:t>
            </a:r>
            <a:endParaRPr lang="de-DE" dirty="0"/>
          </a:p>
        </p:txBody>
      </p:sp>
    </p:spTree>
    <p:extLst>
      <p:ext uri="{BB962C8B-B14F-4D97-AF65-F5344CB8AC3E}">
        <p14:creationId xmlns:p14="http://schemas.microsoft.com/office/powerpoint/2010/main" val="248284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no Chapter">
    <p:spTree>
      <p:nvGrpSpPr>
        <p:cNvPr id="1" name=""/>
        <p:cNvGrpSpPr/>
        <p:nvPr/>
      </p:nvGrpSpPr>
      <p:grpSpPr>
        <a:xfrm>
          <a:off x="0" y="0"/>
          <a:ext cx="0" cy="0"/>
          <a:chOff x="0" y="0"/>
          <a:chExt cx="0" cy="0"/>
        </a:xfrm>
      </p:grpSpPr>
      <p:sp>
        <p:nvSpPr>
          <p:cNvPr id="16" name="Text Placeholder 14"/>
          <p:cNvSpPr>
            <a:spLocks noGrp="1"/>
          </p:cNvSpPr>
          <p:nvPr>
            <p:ph type="body" sz="quarter" idx="14" hasCustomPrompt="1"/>
          </p:nvPr>
        </p:nvSpPr>
        <p:spPr>
          <a:xfrm>
            <a:off x="1119291" y="3429000"/>
            <a:ext cx="9974256" cy="462152"/>
          </a:xfrm>
          <a:prstGeom prst="rect">
            <a:avLst/>
          </a:prstGeom>
        </p:spPr>
        <p:txBody>
          <a:bodyPr vert="horz" lIns="0" tIns="0" rIns="0" bIns="93600" anchor="b" anchorCtr="0"/>
          <a:lstStyle>
            <a:lvl1pPr marL="0" indent="0">
              <a:buNone/>
              <a:defRPr sz="2600" b="0" i="0" baseline="0">
                <a:solidFill>
                  <a:schemeClr val="accent3"/>
                </a:solidFill>
                <a:latin typeface="BentonSans Regular"/>
                <a:cs typeface="BentonSans Regular"/>
              </a:defRPr>
            </a:lvl1pPr>
          </a:lstStyle>
          <a:p>
            <a:pPr lvl="0"/>
            <a:r>
              <a:rPr lang="en-US" dirty="0"/>
              <a:t>Speaking subtitle</a:t>
            </a:r>
          </a:p>
        </p:txBody>
      </p:sp>
      <p:pic>
        <p:nvPicPr>
          <p:cNvPr id="8" name="Bild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9"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0"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3" name="Titel 7"/>
          <p:cNvSpPr>
            <a:spLocks noGrp="1"/>
          </p:cNvSpPr>
          <p:nvPr>
            <p:ph type="title"/>
          </p:nvPr>
        </p:nvSpPr>
        <p:spPr>
          <a:xfrm>
            <a:off x="1103870" y="548679"/>
            <a:ext cx="9989676" cy="2783947"/>
          </a:xfrm>
          <a:prstGeom prst="rect">
            <a:avLst/>
          </a:prstGeom>
        </p:spPr>
        <p:txBody>
          <a:bodyPr lIns="0" tIns="0" rIns="0" bIns="0" anchor="b" anchorCtr="0"/>
          <a:lstStyle>
            <a:lvl1pPr algn="l">
              <a:lnSpc>
                <a:spcPct val="84000"/>
              </a:lnSpc>
              <a:defRPr sz="7200" b="1" i="0" spc="-270" baseline="0">
                <a:solidFill>
                  <a:schemeClr val="tx1"/>
                </a:solidFill>
                <a:latin typeface="BentonSans Bold" charset="0"/>
              </a:defRPr>
            </a:lvl1pPr>
          </a:lstStyle>
          <a:p>
            <a:r>
              <a:rPr lang="en-US"/>
              <a:t>Click to edit Master title style</a:t>
            </a:r>
            <a:endParaRPr lang="de-DE" dirty="0"/>
          </a:p>
        </p:txBody>
      </p:sp>
    </p:spTree>
    <p:extLst>
      <p:ext uri="{BB962C8B-B14F-4D97-AF65-F5344CB8AC3E}">
        <p14:creationId xmlns:p14="http://schemas.microsoft.com/office/powerpoint/2010/main" val="3135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Bullets">
    <p:spTree>
      <p:nvGrpSpPr>
        <p:cNvPr id="1" name=""/>
        <p:cNvGrpSpPr/>
        <p:nvPr/>
      </p:nvGrpSpPr>
      <p:grpSpPr>
        <a:xfrm>
          <a:off x="0" y="0"/>
          <a:ext cx="0" cy="0"/>
          <a:chOff x="0" y="0"/>
          <a:chExt cx="0" cy="0"/>
        </a:xfrm>
      </p:grpSpPr>
      <p:sp>
        <p:nvSpPr>
          <p:cNvPr id="17" name="Text Placeholder 14"/>
          <p:cNvSpPr>
            <a:spLocks noGrp="1"/>
          </p:cNvSpPr>
          <p:nvPr>
            <p:ph type="body" sz="quarter" idx="15" hasCustomPrompt="1"/>
          </p:nvPr>
        </p:nvSpPr>
        <p:spPr>
          <a:xfrm>
            <a:off x="1103214" y="1316767"/>
            <a:ext cx="9974128" cy="4569315"/>
          </a:xfrm>
          <a:prstGeom prst="rect">
            <a:avLst/>
          </a:prstGeom>
        </p:spPr>
        <p:txBody>
          <a:bodyPr vert="horz" lIns="0" tIns="0" rIns="0" bIns="93600" anchor="t" anchorCtr="0">
            <a:normAutofit/>
          </a:bodyPr>
          <a:lstStyle>
            <a:lvl1pPr marL="359991" marR="0" indent="-311992" algn="l" defTabSz="609585" rtl="0" eaLnBrk="1" fontAlgn="auto" latinLnBrk="0" hangingPunct="1">
              <a:lnSpc>
                <a:spcPct val="120000"/>
              </a:lnSpc>
              <a:spcBef>
                <a:spcPts val="0"/>
              </a:spcBef>
              <a:spcAft>
                <a:spcPts val="0"/>
              </a:spcAft>
              <a:buClr>
                <a:schemeClr val="tx1"/>
              </a:buClr>
              <a:buSzPct val="120000"/>
              <a:buFont typeface="Lucida Grande"/>
              <a:buChar char="›"/>
              <a:tabLst/>
              <a:defRPr sz="2600" b="0" i="0" baseline="0">
                <a:solidFill>
                  <a:schemeClr val="tx1"/>
                </a:solidFill>
                <a:latin typeface="BentonSans Regular"/>
                <a:cs typeface="BentonSans Regular"/>
              </a:defRPr>
            </a:lvl1pPr>
            <a:lvl2pPr marL="724782" indent="-331192">
              <a:lnSpc>
                <a:spcPct val="100000"/>
              </a:lnSpc>
              <a:spcBef>
                <a:spcPts val="800"/>
              </a:spcBef>
              <a:spcAft>
                <a:spcPts val="500"/>
              </a:spcAft>
              <a:defRPr sz="1800" b="0" i="0" baseline="0">
                <a:solidFill>
                  <a:schemeClr val="tx1"/>
                </a:solidFill>
                <a:latin typeface="BentonSans Regular"/>
                <a:cs typeface="BentonSans Regular"/>
              </a:defRPr>
            </a:lvl2pPr>
            <a:lvl3pPr marL="1044000" indent="-304792">
              <a:spcAft>
                <a:spcPts val="500"/>
              </a:spcAft>
              <a:buFont typeface="Symbol" charset="2"/>
              <a:buChar char="-"/>
              <a:defRPr sz="1800">
                <a:latin typeface="BentonSans" charset="0"/>
                <a:ea typeface="BentonSans" charset="0"/>
                <a:cs typeface="BentonSans" charset="0"/>
              </a:defRPr>
            </a:lvl3pPr>
          </a:lstStyle>
          <a:p>
            <a:pPr lvl="0"/>
            <a:r>
              <a:rPr lang="en-US" dirty="0"/>
              <a:t>Bullet points</a:t>
            </a:r>
          </a:p>
          <a:p>
            <a:pPr lvl="1"/>
            <a:r>
              <a:rPr lang="en-US" dirty="0"/>
              <a:t>Second level</a:t>
            </a:r>
          </a:p>
          <a:p>
            <a:pPr lvl="2"/>
            <a:r>
              <a:rPr lang="en-US" dirty="0"/>
              <a:t>Third level bullet</a:t>
            </a:r>
          </a:p>
        </p:txBody>
      </p:sp>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pic>
        <p:nvPicPr>
          <p:cNvPr id="9" name="Bild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3"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4"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6"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255817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s with description">
    <p:spTree>
      <p:nvGrpSpPr>
        <p:cNvPr id="1" name=""/>
        <p:cNvGrpSpPr/>
        <p:nvPr/>
      </p:nvGrpSpPr>
      <p:grpSpPr>
        <a:xfrm>
          <a:off x="0" y="0"/>
          <a:ext cx="0" cy="0"/>
          <a:chOff x="0" y="0"/>
          <a:chExt cx="0" cy="0"/>
        </a:xfrm>
      </p:grpSpPr>
      <p:sp>
        <p:nvSpPr>
          <p:cNvPr id="17" name="Text Placeholder 14"/>
          <p:cNvSpPr>
            <a:spLocks noGrp="1"/>
          </p:cNvSpPr>
          <p:nvPr>
            <p:ph type="body" sz="quarter" idx="15" hasCustomPrompt="1"/>
          </p:nvPr>
        </p:nvSpPr>
        <p:spPr>
          <a:xfrm>
            <a:off x="1103214" y="2236218"/>
            <a:ext cx="9974128" cy="3649864"/>
          </a:xfrm>
          <a:prstGeom prst="rect">
            <a:avLst/>
          </a:prstGeom>
        </p:spPr>
        <p:txBody>
          <a:bodyPr vert="horz" lIns="0" tIns="0" rIns="0" bIns="93600" anchor="t" anchorCtr="0">
            <a:normAutofit/>
          </a:bodyPr>
          <a:lstStyle>
            <a:lvl1pPr marL="359991" marR="0" indent="-311992" algn="l" defTabSz="609585" rtl="0" eaLnBrk="1" fontAlgn="auto" latinLnBrk="0" hangingPunct="1">
              <a:lnSpc>
                <a:spcPct val="120000"/>
              </a:lnSpc>
              <a:spcBef>
                <a:spcPts val="0"/>
              </a:spcBef>
              <a:spcAft>
                <a:spcPts val="0"/>
              </a:spcAft>
              <a:buClr>
                <a:schemeClr val="tx1"/>
              </a:buClr>
              <a:buSzPct val="120000"/>
              <a:buFont typeface="Lucida Grande"/>
              <a:buChar char="›"/>
              <a:tabLst/>
              <a:defRPr sz="2600" b="0" i="0" baseline="0">
                <a:solidFill>
                  <a:schemeClr val="tx1"/>
                </a:solidFill>
                <a:latin typeface="BentonSans Regular"/>
                <a:cs typeface="BentonSans Regular"/>
              </a:defRPr>
            </a:lvl1pPr>
            <a:lvl2pPr marL="724782" indent="-331192">
              <a:lnSpc>
                <a:spcPct val="100000"/>
              </a:lnSpc>
              <a:spcBef>
                <a:spcPts val="800"/>
              </a:spcBef>
              <a:spcAft>
                <a:spcPts val="500"/>
              </a:spcAft>
              <a:defRPr sz="1800" b="0" i="0" baseline="0">
                <a:solidFill>
                  <a:schemeClr val="tx1"/>
                </a:solidFill>
                <a:latin typeface="BentonSans Regular"/>
                <a:cs typeface="BentonSans Regular"/>
              </a:defRPr>
            </a:lvl2pPr>
            <a:lvl3pPr marL="1044000" indent="-304792">
              <a:spcAft>
                <a:spcPts val="500"/>
              </a:spcAft>
              <a:buFont typeface="Symbol" charset="2"/>
              <a:buChar char="-"/>
              <a:defRPr sz="1800">
                <a:latin typeface="BentonSans" charset="0"/>
                <a:ea typeface="BentonSans" charset="0"/>
                <a:cs typeface="BentonSans" charset="0"/>
              </a:defRPr>
            </a:lvl3pPr>
          </a:lstStyle>
          <a:p>
            <a:pPr lvl="0"/>
            <a:r>
              <a:rPr lang="en-US" dirty="0"/>
              <a:t>Bullet points</a:t>
            </a:r>
          </a:p>
          <a:p>
            <a:pPr lvl="1"/>
            <a:r>
              <a:rPr lang="en-US" dirty="0"/>
              <a:t>Second level</a:t>
            </a:r>
          </a:p>
          <a:p>
            <a:pPr lvl="2"/>
            <a:r>
              <a:rPr lang="en-US" dirty="0"/>
              <a:t>Third level bullet</a:t>
            </a:r>
          </a:p>
        </p:txBody>
      </p:sp>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pic>
        <p:nvPicPr>
          <p:cNvPr id="9" name="Bild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3"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4"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6"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
        <p:nvSpPr>
          <p:cNvPr id="10" name="Text Placeholder 14"/>
          <p:cNvSpPr>
            <a:spLocks noGrp="1"/>
          </p:cNvSpPr>
          <p:nvPr>
            <p:ph type="body" sz="quarter" idx="17"/>
          </p:nvPr>
        </p:nvSpPr>
        <p:spPr>
          <a:xfrm>
            <a:off x="1119421" y="1316768"/>
            <a:ext cx="9974128" cy="744080"/>
          </a:xfrm>
          <a:prstGeom prst="rect">
            <a:avLst/>
          </a:prstGeom>
        </p:spPr>
        <p:txBody>
          <a:bodyPr vert="horz" lIns="0" tIns="0" rIns="0" bIns="93600" anchor="t" anchorCtr="0"/>
          <a:lstStyle>
            <a:lvl1pPr marL="0" marR="0" indent="0" algn="l" defTabSz="609585" rtl="0" eaLnBrk="1" fontAlgn="auto" latinLnBrk="0" hangingPunct="1">
              <a:lnSpc>
                <a:spcPct val="100000"/>
              </a:lnSpc>
              <a:spcBef>
                <a:spcPts val="0"/>
              </a:spcBef>
              <a:spcAft>
                <a:spcPts val="0"/>
              </a:spcAft>
              <a:buClr>
                <a:schemeClr val="tx1"/>
              </a:buClr>
              <a:buSzPct val="120000"/>
              <a:buFont typeface="Lucida Grande"/>
              <a:buNone/>
              <a:tabLst/>
              <a:defRPr sz="26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a:t>Edit Master text styles</a:t>
            </a:r>
          </a:p>
        </p:txBody>
      </p:sp>
    </p:spTree>
    <p:extLst>
      <p:ext uri="{BB962C8B-B14F-4D97-AF65-F5344CB8AC3E}">
        <p14:creationId xmlns:p14="http://schemas.microsoft.com/office/powerpoint/2010/main" val="977273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Bullet">
    <p:spTree>
      <p:nvGrpSpPr>
        <p:cNvPr id="1" name=""/>
        <p:cNvGrpSpPr/>
        <p:nvPr/>
      </p:nvGrpSpPr>
      <p:grpSpPr>
        <a:xfrm>
          <a:off x="0" y="0"/>
          <a:ext cx="0" cy="0"/>
          <a:chOff x="0" y="0"/>
          <a:chExt cx="0" cy="0"/>
        </a:xfrm>
      </p:grpSpPr>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4"/>
          <p:cNvSpPr>
            <a:spLocks noGrp="1"/>
          </p:cNvSpPr>
          <p:nvPr>
            <p:ph type="body" sz="quarter" idx="15" hasCustomPrompt="1"/>
          </p:nvPr>
        </p:nvSpPr>
        <p:spPr>
          <a:xfrm>
            <a:off x="1103214" y="2390993"/>
            <a:ext cx="9990335" cy="3495089"/>
          </a:xfrm>
          <a:prstGeom prst="rect">
            <a:avLst/>
          </a:prstGeom>
        </p:spPr>
        <p:txBody>
          <a:bodyPr vert="horz" wrap="square" lIns="0" tIns="0" rIns="0" bIns="93600" anchor="t" anchorCtr="0">
            <a:noAutofit/>
          </a:bodyPr>
          <a:lstStyle>
            <a:lvl1pPr marL="0" marR="0" indent="0" algn="l" defTabSz="609585" rtl="0" eaLnBrk="1" fontAlgn="auto" latinLnBrk="0" hangingPunct="1">
              <a:lnSpc>
                <a:spcPct val="84000"/>
              </a:lnSpc>
              <a:spcBef>
                <a:spcPts val="0"/>
              </a:spcBef>
              <a:spcAft>
                <a:spcPts val="0"/>
              </a:spcAft>
              <a:buClr>
                <a:schemeClr val="tx1"/>
              </a:buClr>
              <a:buSzPct val="120000"/>
              <a:buFont typeface="Lucida Grande"/>
              <a:buNone/>
              <a:tabLst/>
              <a:defRPr sz="4800" b="0" i="0" baseline="0">
                <a:solidFill>
                  <a:schemeClr val="tx1"/>
                </a:solidFill>
                <a:latin typeface="BentonSans Book"/>
                <a:cs typeface="BentonSans Book"/>
              </a:defRPr>
            </a:lvl1pPr>
            <a:lvl2pPr marL="393590" indent="0">
              <a:lnSpc>
                <a:spcPts val="2133"/>
              </a:lnSpc>
              <a:spcBef>
                <a:spcPts val="800"/>
              </a:spcBef>
              <a:spcAft>
                <a:spcPts val="400"/>
              </a:spcAft>
              <a:buNone/>
              <a:defRPr sz="1867" b="0" i="0" baseline="0">
                <a:latin typeface="BentonSans Regular"/>
                <a:cs typeface="BentonSans Regular"/>
              </a:defRPr>
            </a:lvl2pPr>
          </a:lstStyle>
          <a:p>
            <a:pPr lvl="0"/>
            <a:r>
              <a:rPr lang="en-US" dirty="0"/>
              <a:t>This is one single bullet point</a:t>
            </a:r>
          </a:p>
        </p:txBody>
      </p:sp>
      <p:pic>
        <p:nvPicPr>
          <p:cNvPr id="13" name="Bild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10107816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mple Text">
    <p:spTree>
      <p:nvGrpSpPr>
        <p:cNvPr id="1" name=""/>
        <p:cNvGrpSpPr/>
        <p:nvPr/>
      </p:nvGrpSpPr>
      <p:grpSpPr>
        <a:xfrm>
          <a:off x="0" y="0"/>
          <a:ext cx="0" cy="0"/>
          <a:chOff x="0" y="0"/>
          <a:chExt cx="0" cy="0"/>
        </a:xfrm>
      </p:grpSpPr>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13" name="Text Placeholder 14"/>
          <p:cNvSpPr>
            <a:spLocks noGrp="1"/>
          </p:cNvSpPr>
          <p:nvPr>
            <p:ph type="body" sz="quarter" idx="17"/>
          </p:nvPr>
        </p:nvSpPr>
        <p:spPr>
          <a:xfrm>
            <a:off x="1103214" y="1316767"/>
            <a:ext cx="9974128" cy="4569315"/>
          </a:xfrm>
          <a:prstGeom prst="rect">
            <a:avLst/>
          </a:prstGeom>
        </p:spPr>
        <p:txBody>
          <a:bodyPr vert="horz" lIns="0" tIns="0" rIns="0" bIns="93600" anchor="t" anchorCtr="0">
            <a:normAutofit/>
          </a:bodyPr>
          <a:lstStyle>
            <a:lvl1pPr marL="0" marR="0" indent="0" algn="l" defTabSz="609585" rtl="0" eaLnBrk="1" fontAlgn="auto" latinLnBrk="0" hangingPunct="1">
              <a:lnSpc>
                <a:spcPct val="100000"/>
              </a:lnSpc>
              <a:spcBef>
                <a:spcPts val="0"/>
              </a:spcBef>
              <a:spcAft>
                <a:spcPts val="0"/>
              </a:spcAft>
              <a:buClr>
                <a:schemeClr val="tx1"/>
              </a:buClr>
              <a:buSzPct val="120000"/>
              <a:buFont typeface="Lucida Grande"/>
              <a:buNone/>
              <a:tabLst/>
              <a:defRPr sz="26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a:t>Edit Master text styles</a:t>
            </a:r>
          </a:p>
        </p:txBody>
      </p:sp>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384340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
        <p:nvSpPr>
          <p:cNvPr id="12" name="Tabellenplatzhalter 2"/>
          <p:cNvSpPr>
            <a:spLocks noGrp="1"/>
          </p:cNvSpPr>
          <p:nvPr>
            <p:ph type="tbl" sz="quarter" idx="18"/>
          </p:nvPr>
        </p:nvSpPr>
        <p:spPr>
          <a:xfrm>
            <a:off x="1103313" y="1316038"/>
            <a:ext cx="9974262" cy="4570412"/>
          </a:xfrm>
          <a:prstGeom prst="rect">
            <a:avLst/>
          </a:prstGeom>
        </p:spPr>
        <p:txBody>
          <a:bodyPr/>
          <a:lstStyle>
            <a:lvl1pPr>
              <a:defRPr sz="1600">
                <a:latin typeface="BentonSans" charset="0"/>
                <a:ea typeface="BentonSans" charset="0"/>
                <a:cs typeface="BentonSans" charset="0"/>
              </a:defRPr>
            </a:lvl1pPr>
          </a:lstStyle>
          <a:p>
            <a:pPr marL="457189" marR="0" lvl="0" indent="-457189" algn="l" defTabSz="609585" rtl="0" eaLnBrk="1" fontAlgn="auto" latinLnBrk="0" hangingPunct="1">
              <a:lnSpc>
                <a:spcPct val="100000"/>
              </a:lnSpc>
              <a:spcBef>
                <a:spcPct val="20000"/>
              </a:spcBef>
              <a:spcAft>
                <a:spcPts val="0"/>
              </a:spcAft>
              <a:buClrTx/>
              <a:buSzTx/>
              <a:buFont typeface="Arial"/>
              <a:buNone/>
              <a:tabLst/>
              <a:defRPr/>
            </a:pPr>
            <a:r>
              <a:rPr lang="en-US"/>
              <a:t>Click icon to add table</a:t>
            </a:r>
            <a:endParaRPr lang="de-DE" dirty="0"/>
          </a:p>
        </p:txBody>
      </p:sp>
    </p:spTree>
    <p:extLst>
      <p:ext uri="{BB962C8B-B14F-4D97-AF65-F5344CB8AC3E}">
        <p14:creationId xmlns:p14="http://schemas.microsoft.com/office/powerpoint/2010/main" val="568030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with description">
    <p:spTree>
      <p:nvGrpSpPr>
        <p:cNvPr id="1" name=""/>
        <p:cNvGrpSpPr/>
        <p:nvPr/>
      </p:nvGrpSpPr>
      <p:grpSpPr>
        <a:xfrm>
          <a:off x="0" y="0"/>
          <a:ext cx="0" cy="0"/>
          <a:chOff x="0" y="0"/>
          <a:chExt cx="0" cy="0"/>
        </a:xfrm>
      </p:grpSpPr>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
        <p:nvSpPr>
          <p:cNvPr id="12" name="Tabellenplatzhalter 2"/>
          <p:cNvSpPr>
            <a:spLocks noGrp="1"/>
          </p:cNvSpPr>
          <p:nvPr>
            <p:ph type="tbl" sz="quarter" idx="18"/>
          </p:nvPr>
        </p:nvSpPr>
        <p:spPr>
          <a:xfrm>
            <a:off x="1103313" y="2237026"/>
            <a:ext cx="9974262" cy="3649424"/>
          </a:xfrm>
          <a:prstGeom prst="rect">
            <a:avLst/>
          </a:prstGeom>
        </p:spPr>
        <p:txBody>
          <a:bodyPr/>
          <a:lstStyle>
            <a:lvl1pPr>
              <a:defRPr sz="1600">
                <a:latin typeface="BentonSans" charset="0"/>
                <a:ea typeface="BentonSans" charset="0"/>
                <a:cs typeface="BentonSans" charset="0"/>
              </a:defRPr>
            </a:lvl1pPr>
          </a:lstStyle>
          <a:p>
            <a:pPr marL="457189" marR="0" lvl="0" indent="-457189" algn="l" defTabSz="609585" rtl="0" eaLnBrk="1" fontAlgn="auto" latinLnBrk="0" hangingPunct="1">
              <a:lnSpc>
                <a:spcPct val="100000"/>
              </a:lnSpc>
              <a:spcBef>
                <a:spcPct val="20000"/>
              </a:spcBef>
              <a:spcAft>
                <a:spcPts val="0"/>
              </a:spcAft>
              <a:buClrTx/>
              <a:buSzTx/>
              <a:buFont typeface="Arial"/>
              <a:buNone/>
              <a:tabLst/>
              <a:defRPr/>
            </a:pPr>
            <a:r>
              <a:rPr lang="en-US"/>
              <a:t>Click icon to add table</a:t>
            </a:r>
            <a:endParaRPr lang="de-DE" dirty="0"/>
          </a:p>
        </p:txBody>
      </p:sp>
      <p:sp>
        <p:nvSpPr>
          <p:cNvPr id="9" name="Text Placeholder 14"/>
          <p:cNvSpPr>
            <a:spLocks noGrp="1"/>
          </p:cNvSpPr>
          <p:nvPr>
            <p:ph type="body" sz="quarter" idx="17"/>
          </p:nvPr>
        </p:nvSpPr>
        <p:spPr>
          <a:xfrm>
            <a:off x="1103214" y="1316768"/>
            <a:ext cx="9974128" cy="744080"/>
          </a:xfrm>
          <a:prstGeom prst="rect">
            <a:avLst/>
          </a:prstGeom>
        </p:spPr>
        <p:txBody>
          <a:bodyPr vert="horz" lIns="0" tIns="0" rIns="0" bIns="93600" anchor="t" anchorCtr="0"/>
          <a:lstStyle>
            <a:lvl1pPr marL="0" marR="0" indent="0" algn="l" defTabSz="609585" rtl="0" eaLnBrk="1" fontAlgn="auto" latinLnBrk="0" hangingPunct="1">
              <a:lnSpc>
                <a:spcPct val="100000"/>
              </a:lnSpc>
              <a:spcBef>
                <a:spcPts val="0"/>
              </a:spcBef>
              <a:spcAft>
                <a:spcPts val="0"/>
              </a:spcAft>
              <a:buClr>
                <a:schemeClr val="tx1"/>
              </a:buClr>
              <a:buSzPct val="120000"/>
              <a:buFont typeface="Lucida Grande"/>
              <a:buNone/>
              <a:tabLst/>
              <a:defRPr sz="20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a:t>Edit Master text styles</a:t>
            </a:r>
          </a:p>
        </p:txBody>
      </p:sp>
    </p:spTree>
    <p:extLst>
      <p:ext uri="{BB962C8B-B14F-4D97-AF65-F5344CB8AC3E}">
        <p14:creationId xmlns:p14="http://schemas.microsoft.com/office/powerpoint/2010/main" val="391819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line with image">
    <p:spTree>
      <p:nvGrpSpPr>
        <p:cNvPr id="1" name=""/>
        <p:cNvGrpSpPr/>
        <p:nvPr/>
      </p:nvGrpSpPr>
      <p:grpSpPr>
        <a:xfrm>
          <a:off x="0" y="0"/>
          <a:ext cx="0" cy="0"/>
          <a:chOff x="0" y="0"/>
          <a:chExt cx="0" cy="0"/>
        </a:xfrm>
      </p:grpSpPr>
      <p:cxnSp>
        <p:nvCxnSpPr>
          <p:cNvPr id="11" name="Straight Connector 10"/>
          <p:cNvCxnSpPr/>
          <p:nvPr userDrawn="1"/>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4"/>
          <p:cNvSpPr>
            <a:spLocks noGrp="1"/>
          </p:cNvSpPr>
          <p:nvPr>
            <p:ph type="body" sz="quarter" idx="17" hasCustomPrompt="1"/>
          </p:nvPr>
        </p:nvSpPr>
        <p:spPr>
          <a:xfrm>
            <a:off x="1103215" y="5349214"/>
            <a:ext cx="4899119" cy="768085"/>
          </a:xfrm>
          <a:prstGeom prst="rect">
            <a:avLst/>
          </a:prstGeom>
        </p:spPr>
        <p:txBody>
          <a:bodyPr vert="horz" lIns="0" tIns="0" rIns="0" bIns="0" anchor="b" anchorCtr="0"/>
          <a:lstStyle>
            <a:lvl1pPr marL="0" marR="0" indent="0" algn="l" defTabSz="609585" rtl="0" eaLnBrk="1" fontAlgn="auto" latinLnBrk="0" hangingPunct="1">
              <a:lnSpc>
                <a:spcPct val="125000"/>
              </a:lnSpc>
              <a:spcBef>
                <a:spcPts val="0"/>
              </a:spcBef>
              <a:spcAft>
                <a:spcPts val="0"/>
              </a:spcAft>
              <a:buClr>
                <a:schemeClr val="tx1"/>
              </a:buClr>
              <a:buSzPct val="120000"/>
              <a:buFont typeface="Lucida Grande"/>
              <a:buNone/>
              <a:tabLst/>
              <a:defRPr sz="13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a:t>This is a caption</a:t>
            </a:r>
          </a:p>
        </p:txBody>
      </p:sp>
      <p:pic>
        <p:nvPicPr>
          <p:cNvPr id="13" name="Bild 1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6"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
        <p:nvSpPr>
          <p:cNvPr id="19" name="Bildplatzhalter 2"/>
          <p:cNvSpPr>
            <a:spLocks noGrp="1"/>
          </p:cNvSpPr>
          <p:nvPr>
            <p:ph type="pic" sz="quarter" idx="14" hasCustomPrompt="1"/>
          </p:nvPr>
        </p:nvSpPr>
        <p:spPr>
          <a:xfrm>
            <a:off x="1103213" y="1315959"/>
            <a:ext cx="9974129" cy="3775119"/>
          </a:xfrm>
          <a:prstGeom prst="rect">
            <a:avLst/>
          </a:prstGeom>
        </p:spPr>
        <p:txBody>
          <a:bodyPr/>
          <a:lstStyle>
            <a:lvl1pPr marL="0" indent="0">
              <a:buNone/>
              <a:defRPr sz="3733" b="1" i="0" baseline="0">
                <a:solidFill>
                  <a:schemeClr val="tx1"/>
                </a:solidFill>
                <a:latin typeface="BentonSans" charset="0"/>
                <a:ea typeface="BentonSans" charset="0"/>
                <a:cs typeface="BentonSans" charset="0"/>
              </a:defRPr>
            </a:lvl1pPr>
          </a:lstStyle>
          <a:p>
            <a:r>
              <a:rPr lang="de-DE" dirty="0"/>
              <a:t>Image</a:t>
            </a:r>
          </a:p>
        </p:txBody>
      </p:sp>
    </p:spTree>
    <p:extLst>
      <p:ext uri="{BB962C8B-B14F-4D97-AF65-F5344CB8AC3E}">
        <p14:creationId xmlns:p14="http://schemas.microsoft.com/office/powerpoint/2010/main" val="3916236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with image">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1103214" y="296061"/>
            <a:ext cx="8164758" cy="5917248"/>
          </a:xfrm>
          <a:prstGeom prst="rect">
            <a:avLst/>
          </a:prstGeom>
        </p:spPr>
        <p:txBody>
          <a:bodyPr/>
          <a:lstStyle>
            <a:lvl1pPr marL="0" indent="0">
              <a:buNone/>
              <a:defRPr sz="3733" b="1" i="0" baseline="0">
                <a:solidFill>
                  <a:schemeClr val="tx1"/>
                </a:solidFill>
                <a:latin typeface="BentonSans" charset="0"/>
                <a:ea typeface="BentonSans" charset="0"/>
                <a:cs typeface="BentonSans" charset="0"/>
              </a:defRPr>
            </a:lvl1pPr>
          </a:lstStyle>
          <a:p>
            <a:r>
              <a:rPr lang="de-DE" dirty="0"/>
              <a:t>Image</a:t>
            </a:r>
          </a:p>
        </p:txBody>
      </p:sp>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1"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2"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Tree>
    <p:extLst>
      <p:ext uri="{BB962C8B-B14F-4D97-AF65-F5344CB8AC3E}">
        <p14:creationId xmlns:p14="http://schemas.microsoft.com/office/powerpoint/2010/main" val="525982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userDrawn="1">
          <p15:clr>
            <a:srgbClr val="FBAE40"/>
          </p15:clr>
        </p15:guide>
        <p15:guide id="2" pos="3842"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with fullscreen image">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1" y="0"/>
            <a:ext cx="12196763" cy="6858000"/>
          </a:xfrm>
          <a:prstGeom prst="rect">
            <a:avLst/>
          </a:prstGeom>
        </p:spPr>
        <p:txBody>
          <a:bodyPr/>
          <a:lstStyle>
            <a:lvl1pPr marL="0" indent="0">
              <a:buNone/>
              <a:defRPr sz="3733" b="1" i="0" baseline="0">
                <a:solidFill>
                  <a:schemeClr val="tx1"/>
                </a:solidFill>
                <a:latin typeface="BentonSans" charset="0"/>
                <a:ea typeface="BentonSans" charset="0"/>
                <a:cs typeface="BentonSans" charset="0"/>
              </a:defRPr>
            </a:lvl1pPr>
          </a:lstStyle>
          <a:p>
            <a:r>
              <a:rPr lang="de-DE" dirty="0"/>
              <a:t>Image </a:t>
            </a:r>
            <a:r>
              <a:rPr lang="de-DE" dirty="0" err="1"/>
              <a:t>fullscreen</a:t>
            </a:r>
            <a:endParaRPr lang="de-DE" dirty="0"/>
          </a:p>
        </p:txBody>
      </p:sp>
      <p:sp>
        <p:nvSpPr>
          <p:cNvPr id="6" name="Text Placeholder 14"/>
          <p:cNvSpPr>
            <a:spLocks noGrp="1"/>
          </p:cNvSpPr>
          <p:nvPr>
            <p:ph type="body" sz="quarter" idx="17" hasCustomPrompt="1"/>
          </p:nvPr>
        </p:nvSpPr>
        <p:spPr>
          <a:xfrm>
            <a:off x="1103215" y="5349214"/>
            <a:ext cx="4899119" cy="768085"/>
          </a:xfrm>
          <a:prstGeom prst="rect">
            <a:avLst/>
          </a:prstGeom>
        </p:spPr>
        <p:txBody>
          <a:bodyPr vert="horz" lIns="0" tIns="0" rIns="0" bIns="0" anchor="b" anchorCtr="0"/>
          <a:lstStyle>
            <a:lvl1pPr marL="0" marR="0" indent="0" algn="l" defTabSz="609585" rtl="0" eaLnBrk="1" fontAlgn="auto" latinLnBrk="0" hangingPunct="1">
              <a:lnSpc>
                <a:spcPct val="125000"/>
              </a:lnSpc>
              <a:spcBef>
                <a:spcPts val="0"/>
              </a:spcBef>
              <a:spcAft>
                <a:spcPts val="0"/>
              </a:spcAft>
              <a:buClr>
                <a:schemeClr val="tx1"/>
              </a:buClr>
              <a:buSzPct val="120000"/>
              <a:buFont typeface="Lucida Grande"/>
              <a:buNone/>
              <a:tabLst/>
              <a:defRPr sz="13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a:t>This is a caption</a:t>
            </a:r>
          </a:p>
        </p:txBody>
      </p:sp>
    </p:spTree>
    <p:extLst>
      <p:ext uri="{BB962C8B-B14F-4D97-AF65-F5344CB8AC3E}">
        <p14:creationId xmlns:p14="http://schemas.microsoft.com/office/powerpoint/2010/main" val="1621698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1"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2"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Tree>
    <p:extLst>
      <p:ext uri="{BB962C8B-B14F-4D97-AF65-F5344CB8AC3E}">
        <p14:creationId xmlns:p14="http://schemas.microsoft.com/office/powerpoint/2010/main" val="148597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6398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p15:clr>
            <a:srgbClr val="FBAE40"/>
          </p15:clr>
        </p15:guide>
        <p15:guide id="2" pos="384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nnotation">
    <p:spTree>
      <p:nvGrpSpPr>
        <p:cNvPr id="1" name=""/>
        <p:cNvGrpSpPr/>
        <p:nvPr/>
      </p:nvGrpSpPr>
      <p:grpSpPr>
        <a:xfrm>
          <a:off x="0" y="0"/>
          <a:ext cx="0" cy="0"/>
          <a:chOff x="0" y="0"/>
          <a:chExt cx="0" cy="0"/>
        </a:xfrm>
      </p:grpSpPr>
      <p:cxnSp>
        <p:nvCxnSpPr>
          <p:cNvPr id="11" name="Straight Connector 10"/>
          <p:cNvCxnSpPr/>
          <p:nvPr userDrawn="1"/>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3" name="Bildplatzhalter 2"/>
          <p:cNvSpPr>
            <a:spLocks noGrp="1"/>
          </p:cNvSpPr>
          <p:nvPr>
            <p:ph type="pic" sz="quarter" idx="14"/>
          </p:nvPr>
        </p:nvSpPr>
        <p:spPr>
          <a:xfrm>
            <a:off x="1103213" y="1220757"/>
            <a:ext cx="9990335" cy="4665325"/>
          </a:xfrm>
          <a:prstGeom prst="rect">
            <a:avLst/>
          </a:prstGeom>
        </p:spPr>
        <p:txBody>
          <a:bodyPr/>
          <a:lstStyle/>
          <a:p>
            <a:r>
              <a:rPr lang="en-US"/>
              <a:t>Click icon to add picture</a:t>
            </a:r>
            <a:endParaRPr lang="de-DE" dirty="0"/>
          </a:p>
        </p:txBody>
      </p:sp>
      <p:pic>
        <p:nvPicPr>
          <p:cNvPr id="10" name="Bild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3"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4"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6"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678742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8" name="Text Placeholder 14"/>
          <p:cNvSpPr>
            <a:spLocks noGrp="1"/>
          </p:cNvSpPr>
          <p:nvPr>
            <p:ph type="body" sz="quarter" idx="15" hasCustomPrompt="1"/>
          </p:nvPr>
        </p:nvSpPr>
        <p:spPr>
          <a:xfrm>
            <a:off x="1119294" y="2144368"/>
            <a:ext cx="9974256" cy="192021"/>
          </a:xfrm>
          <a:prstGeom prst="rect">
            <a:avLst/>
          </a:prstGeom>
        </p:spPr>
        <p:txBody>
          <a:bodyPr vert="horz" lIns="0" tIns="0" rIns="0" bIns="0"/>
          <a:lstStyle>
            <a:lvl1pPr marL="0" indent="0">
              <a:buNone/>
              <a:defRPr sz="1300" b="0" i="0" baseline="0">
                <a:solidFill>
                  <a:schemeClr val="accent3"/>
                </a:solidFill>
                <a:latin typeface="BentonSans Regular"/>
                <a:cs typeface="BentonSans Regular"/>
              </a:defRPr>
            </a:lvl1pPr>
          </a:lstStyle>
          <a:p>
            <a:pPr lvl="0"/>
            <a:r>
              <a:rPr lang="en-US" dirty="0"/>
              <a:t>Quote name</a:t>
            </a:r>
          </a:p>
        </p:txBody>
      </p:sp>
      <p:pic>
        <p:nvPicPr>
          <p:cNvPr id="11" name="Bild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2"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3"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5" name="Titel 7"/>
          <p:cNvSpPr>
            <a:spLocks noGrp="1"/>
          </p:cNvSpPr>
          <p:nvPr>
            <p:ph type="title"/>
          </p:nvPr>
        </p:nvSpPr>
        <p:spPr>
          <a:xfrm>
            <a:off x="1103870" y="2492897"/>
            <a:ext cx="9989676" cy="2664296"/>
          </a:xfrm>
          <a:prstGeom prst="rect">
            <a:avLst/>
          </a:prstGeom>
        </p:spPr>
        <p:txBody>
          <a:bodyPr lIns="0" tIns="0" rIns="0" bIns="0" anchor="t" anchorCtr="0">
            <a:noAutofit/>
          </a:bodyPr>
          <a:lstStyle>
            <a:lvl1pPr algn="l" fontAlgn="auto">
              <a:lnSpc>
                <a:spcPct val="84000"/>
              </a:lnSpc>
              <a:defRPr sz="7200" b="1" i="0" spc="-270" baseline="0">
                <a:solidFill>
                  <a:schemeClr val="tx1"/>
                </a:solidFill>
                <a:latin typeface="BentonSans Bold" charset="0"/>
              </a:defRPr>
            </a:lvl1pPr>
          </a:lstStyle>
          <a:p>
            <a:r>
              <a:rPr lang="en-US"/>
              <a:t>Click to edit Master title style</a:t>
            </a:r>
            <a:endParaRPr lang="de-DE" dirty="0"/>
          </a:p>
        </p:txBody>
      </p:sp>
    </p:spTree>
    <p:extLst>
      <p:ext uri="{BB962C8B-B14F-4D97-AF65-F5344CB8AC3E}">
        <p14:creationId xmlns:p14="http://schemas.microsoft.com/office/powerpoint/2010/main" val="1534052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lumn bullet">
    <p:spTree>
      <p:nvGrpSpPr>
        <p:cNvPr id="1" name=""/>
        <p:cNvGrpSpPr/>
        <p:nvPr/>
      </p:nvGrpSpPr>
      <p:grpSpPr>
        <a:xfrm>
          <a:off x="0" y="0"/>
          <a:ext cx="0" cy="0"/>
          <a:chOff x="0" y="0"/>
          <a:chExt cx="0" cy="0"/>
        </a:xfrm>
      </p:grpSpPr>
      <p:sp>
        <p:nvSpPr>
          <p:cNvPr id="8" name="Text Placeholder 14"/>
          <p:cNvSpPr>
            <a:spLocks noGrp="1"/>
          </p:cNvSpPr>
          <p:nvPr>
            <p:ph type="body" sz="quarter" idx="14" hasCustomPrompt="1"/>
          </p:nvPr>
        </p:nvSpPr>
        <p:spPr>
          <a:xfrm>
            <a:off x="1103215" y="3542912"/>
            <a:ext cx="4707022" cy="2343170"/>
          </a:xfrm>
          <a:prstGeom prst="rect">
            <a:avLst/>
          </a:prstGeom>
        </p:spPr>
        <p:txBody>
          <a:bodyPr vert="horz" lIns="0" tIns="0" rIns="0" bIns="93600" anchor="t" anchorCtr="0"/>
          <a:lstStyle>
            <a:lvl1pPr marL="359991" marR="0" indent="-311992" algn="l" defTabSz="609585" rtl="0" eaLnBrk="1" fontAlgn="auto" latinLnBrk="0" hangingPunct="1">
              <a:lnSpc>
                <a:spcPct val="114000"/>
              </a:lnSpc>
              <a:spcBef>
                <a:spcPts val="0"/>
              </a:spcBef>
              <a:spcAft>
                <a:spcPts val="0"/>
              </a:spcAft>
              <a:buClr>
                <a:srgbClr val="777877"/>
              </a:buClr>
              <a:buSzPct val="120000"/>
              <a:buFont typeface="Lucida Grande"/>
              <a:buChar char="›"/>
              <a:tabLst/>
              <a:defRPr sz="2600" b="0" i="0" baseline="0">
                <a:solidFill>
                  <a:srgbClr val="777877"/>
                </a:solidFill>
                <a:latin typeface="BentonSans Regular"/>
                <a:cs typeface="BentonSans Regular"/>
              </a:defRPr>
            </a:lvl1pPr>
          </a:lstStyle>
          <a:p>
            <a:pPr lvl="0"/>
            <a:r>
              <a:rPr lang="en-US" dirty="0"/>
              <a:t>Short text</a:t>
            </a:r>
          </a:p>
        </p:txBody>
      </p:sp>
      <p:sp>
        <p:nvSpPr>
          <p:cNvPr id="10" name="Text Placeholder 14"/>
          <p:cNvSpPr>
            <a:spLocks noGrp="1"/>
          </p:cNvSpPr>
          <p:nvPr>
            <p:ph type="body" sz="quarter" idx="15" hasCustomPrompt="1"/>
          </p:nvPr>
        </p:nvSpPr>
        <p:spPr>
          <a:xfrm>
            <a:off x="6098382" y="548680"/>
            <a:ext cx="4995168" cy="5337402"/>
          </a:xfrm>
          <a:prstGeom prst="rect">
            <a:avLst/>
          </a:prstGeom>
        </p:spPr>
        <p:txBody>
          <a:bodyPr vert="horz" lIns="0" tIns="0" rIns="0" bIns="93600" anchor="t" anchorCtr="0"/>
          <a:lstStyle>
            <a:lvl1pPr marL="0" marR="0" indent="0" algn="l" defTabSz="609585" rtl="0" eaLnBrk="1" fontAlgn="auto" latinLnBrk="0" hangingPunct="1">
              <a:lnSpc>
                <a:spcPct val="100000"/>
              </a:lnSpc>
              <a:spcBef>
                <a:spcPts val="0"/>
              </a:spcBef>
              <a:spcAft>
                <a:spcPts val="0"/>
              </a:spcAft>
              <a:buClrTx/>
              <a:buSzTx/>
              <a:buFont typeface="Arial"/>
              <a:buNone/>
              <a:tabLst/>
              <a:defRPr sz="1600" b="0" i="0" baseline="0">
                <a:solidFill>
                  <a:schemeClr val="tx1"/>
                </a:solidFill>
                <a:latin typeface="BentonSans Regular"/>
                <a:cs typeface="BentonSans Regular"/>
              </a:defRPr>
            </a:lvl1pPr>
          </a:lstStyle>
          <a:p>
            <a:pPr lvl="0"/>
            <a:r>
              <a:rPr lang="en-US" dirty="0"/>
              <a:t>Additional text</a:t>
            </a:r>
          </a:p>
        </p:txBody>
      </p:sp>
      <p:pic>
        <p:nvPicPr>
          <p:cNvPr id="12" name="Bild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3"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4"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1316766"/>
            <a:ext cx="4707023" cy="2020073"/>
          </a:xfrm>
          <a:prstGeom prst="rect">
            <a:avLst/>
          </a:prstGeom>
        </p:spPr>
        <p:txBody>
          <a:bodyPr lIns="0" tIns="0" rIns="0" bIns="0" anchor="b" anchorCtr="0">
            <a:noAutofit/>
          </a:bodyPr>
          <a:lstStyle>
            <a:lvl1pPr algn="l">
              <a:lnSpc>
                <a:spcPct val="84000"/>
              </a:lnSpc>
              <a:defRPr sz="4800" b="1" i="0" spc="-27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2278144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lumn simple">
    <p:spTree>
      <p:nvGrpSpPr>
        <p:cNvPr id="1" name=""/>
        <p:cNvGrpSpPr/>
        <p:nvPr/>
      </p:nvGrpSpPr>
      <p:grpSpPr>
        <a:xfrm>
          <a:off x="0" y="0"/>
          <a:ext cx="0" cy="0"/>
          <a:chOff x="0" y="0"/>
          <a:chExt cx="0" cy="0"/>
        </a:xfrm>
      </p:grpSpPr>
      <p:sp>
        <p:nvSpPr>
          <p:cNvPr id="10" name="Text Placeholder 14"/>
          <p:cNvSpPr>
            <a:spLocks noGrp="1"/>
          </p:cNvSpPr>
          <p:nvPr>
            <p:ph type="body" sz="quarter" idx="15" hasCustomPrompt="1"/>
          </p:nvPr>
        </p:nvSpPr>
        <p:spPr>
          <a:xfrm>
            <a:off x="6098382" y="548680"/>
            <a:ext cx="4995168" cy="5337402"/>
          </a:xfrm>
          <a:prstGeom prst="rect">
            <a:avLst/>
          </a:prstGeom>
        </p:spPr>
        <p:txBody>
          <a:bodyPr vert="horz" lIns="0" tIns="0" rIns="0" bIns="93600" anchor="t" anchorCtr="0"/>
          <a:lstStyle>
            <a:lvl1pPr marL="0" marR="0" indent="0" algn="l" defTabSz="609585" rtl="0" eaLnBrk="1" fontAlgn="auto" latinLnBrk="0" hangingPunct="1">
              <a:lnSpc>
                <a:spcPct val="100000"/>
              </a:lnSpc>
              <a:spcBef>
                <a:spcPts val="0"/>
              </a:spcBef>
              <a:spcAft>
                <a:spcPts val="0"/>
              </a:spcAft>
              <a:buClrTx/>
              <a:buSzTx/>
              <a:buFont typeface="Arial"/>
              <a:buNone/>
              <a:tabLst/>
              <a:defRPr sz="2600" b="0" i="0" baseline="0">
                <a:solidFill>
                  <a:schemeClr val="tx1"/>
                </a:solidFill>
                <a:latin typeface="BentonSans Regular"/>
                <a:cs typeface="BentonSans Regular"/>
              </a:defRPr>
            </a:lvl1pPr>
          </a:lstStyle>
          <a:p>
            <a:pPr lvl="0"/>
            <a:r>
              <a:rPr lang="en-US" dirty="0"/>
              <a:t>Additional text</a:t>
            </a:r>
          </a:p>
        </p:txBody>
      </p:sp>
      <p:pic>
        <p:nvPicPr>
          <p:cNvPr id="11" name="Bild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12"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13"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17" name="Titel 2"/>
          <p:cNvSpPr>
            <a:spLocks noGrp="1"/>
          </p:cNvSpPr>
          <p:nvPr>
            <p:ph type="title"/>
          </p:nvPr>
        </p:nvSpPr>
        <p:spPr>
          <a:xfrm>
            <a:off x="1103214" y="2468112"/>
            <a:ext cx="4707023" cy="2020073"/>
          </a:xfrm>
          <a:prstGeom prst="rect">
            <a:avLst/>
          </a:prstGeom>
        </p:spPr>
        <p:txBody>
          <a:bodyPr lIns="0" tIns="0" rIns="0" bIns="0" anchor="t" anchorCtr="0">
            <a:noAutofit/>
          </a:bodyPr>
          <a:lstStyle>
            <a:lvl1pPr algn="l">
              <a:lnSpc>
                <a:spcPct val="84000"/>
              </a:lnSpc>
              <a:defRPr sz="4800" b="1" i="0" spc="-27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3723400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Vergleich">
    <p:spTree>
      <p:nvGrpSpPr>
        <p:cNvPr id="1" name=""/>
        <p:cNvGrpSpPr/>
        <p:nvPr/>
      </p:nvGrpSpPr>
      <p:grpSpPr>
        <a:xfrm>
          <a:off x="0" y="0"/>
          <a:ext cx="0" cy="0"/>
          <a:chOff x="0" y="0"/>
          <a:chExt cx="0" cy="0"/>
        </a:xfrm>
      </p:grpSpPr>
      <p:cxnSp>
        <p:nvCxnSpPr>
          <p:cNvPr id="16" name="Straight Connector 10"/>
          <p:cNvCxnSpPr/>
          <p:nvPr userDrawn="1"/>
        </p:nvCxnSpPr>
        <p:spPr>
          <a:xfrm flipH="1" flipV="1">
            <a:off x="6098380" y="1219947"/>
            <a:ext cx="1" cy="4993364"/>
          </a:xfrm>
          <a:prstGeom prst="line">
            <a:avLst/>
          </a:prstGeom>
          <a:ln w="6350">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userDrawn="1"/>
        </p:nvSpPr>
        <p:spPr>
          <a:xfrm>
            <a:off x="5900035" y="3231806"/>
            <a:ext cx="394543" cy="394389"/>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3200"/>
          </a:p>
        </p:txBody>
      </p:sp>
      <p:cxnSp>
        <p:nvCxnSpPr>
          <p:cNvPr id="11" name="Straight Connector 10"/>
          <p:cNvCxnSpPr/>
          <p:nvPr userDrawn="1"/>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4"/>
          <p:cNvSpPr>
            <a:spLocks noGrp="1"/>
          </p:cNvSpPr>
          <p:nvPr>
            <p:ph type="body" sz="quarter" idx="17" hasCustomPrompt="1"/>
          </p:nvPr>
        </p:nvSpPr>
        <p:spPr>
          <a:xfrm>
            <a:off x="1103215" y="4005064"/>
            <a:ext cx="4803070" cy="1881019"/>
          </a:xfrm>
          <a:prstGeom prst="rect">
            <a:avLst/>
          </a:prstGeom>
        </p:spPr>
        <p:txBody>
          <a:bodyPr vert="horz" lIns="0" tIns="0" rIns="0" bIns="0" anchor="t" anchorCtr="0"/>
          <a:lstStyle>
            <a:lvl1pPr marL="228594" marR="0" indent="-228594" algn="l" defTabSz="609585" rtl="0" eaLnBrk="1" fontAlgn="auto" latinLnBrk="0" hangingPunct="1">
              <a:lnSpc>
                <a:spcPct val="125000"/>
              </a:lnSpc>
              <a:spcBef>
                <a:spcPts val="0"/>
              </a:spcBef>
              <a:spcAft>
                <a:spcPts val="0"/>
              </a:spcAft>
              <a:buClr>
                <a:schemeClr val="tx1"/>
              </a:buClr>
              <a:buSzPct val="120000"/>
              <a:buFont typeface=".AppleSystemUIFont" charset="-120"/>
              <a:buChar char="›"/>
              <a:tabLst/>
              <a:defRPr sz="13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a:t>Plain text or bullet points</a:t>
            </a:r>
          </a:p>
        </p:txBody>
      </p:sp>
      <p:sp>
        <p:nvSpPr>
          <p:cNvPr id="3" name="Bildplatzhalter 2"/>
          <p:cNvSpPr>
            <a:spLocks noGrp="1"/>
          </p:cNvSpPr>
          <p:nvPr>
            <p:ph type="pic" sz="quarter" idx="19" hasCustomPrompt="1"/>
          </p:nvPr>
        </p:nvSpPr>
        <p:spPr>
          <a:xfrm>
            <a:off x="1103214" y="1219947"/>
            <a:ext cx="4803072" cy="2208244"/>
          </a:xfrm>
          <a:prstGeom prst="rect">
            <a:avLst/>
          </a:prstGeom>
        </p:spPr>
        <p:txBody>
          <a:bodyPr/>
          <a:lstStyle>
            <a:lvl1pPr marL="457189" marR="0" indent="-457189" algn="l" defTabSz="609585" rtl="0" eaLnBrk="1" fontAlgn="auto" latinLnBrk="0" hangingPunct="1">
              <a:lnSpc>
                <a:spcPct val="100000"/>
              </a:lnSpc>
              <a:spcBef>
                <a:spcPct val="20000"/>
              </a:spcBef>
              <a:spcAft>
                <a:spcPts val="0"/>
              </a:spcAft>
              <a:buClrTx/>
              <a:buSzTx/>
              <a:buFont typeface="Arial"/>
              <a:buNone/>
              <a:tabLst/>
              <a:defRPr sz="1300" baseline="0">
                <a:latin typeface="BentonSans" charset="0"/>
                <a:ea typeface="BentonSans" charset="0"/>
                <a:cs typeface="BentonSans" charset="0"/>
              </a:defRPr>
            </a:lvl1pPr>
          </a:lstStyle>
          <a:p>
            <a:pPr marL="457189" marR="0" lvl="0" indent="-457189" algn="l" defTabSz="609585" rtl="0" eaLnBrk="1" fontAlgn="auto" latinLnBrk="0" hangingPunct="1">
              <a:lnSpc>
                <a:spcPct val="100000"/>
              </a:lnSpc>
              <a:spcBef>
                <a:spcPct val="20000"/>
              </a:spcBef>
              <a:spcAft>
                <a:spcPts val="0"/>
              </a:spcAft>
              <a:buClrTx/>
              <a:buSzTx/>
              <a:buFont typeface="Arial"/>
              <a:buNone/>
              <a:tabLst/>
              <a:defRPr/>
            </a:pPr>
            <a:r>
              <a:rPr lang="de-DE" dirty="0"/>
              <a:t>Place </a:t>
            </a:r>
            <a:r>
              <a:rPr lang="de-DE" dirty="0" err="1"/>
              <a:t>image</a:t>
            </a:r>
            <a:endParaRPr lang="de-DE" dirty="0"/>
          </a:p>
        </p:txBody>
      </p:sp>
      <p:sp>
        <p:nvSpPr>
          <p:cNvPr id="15" name="Bildplatzhalter 2"/>
          <p:cNvSpPr>
            <a:spLocks noGrp="1"/>
          </p:cNvSpPr>
          <p:nvPr>
            <p:ph type="pic" sz="quarter" idx="20" hasCustomPrompt="1"/>
          </p:nvPr>
        </p:nvSpPr>
        <p:spPr>
          <a:xfrm>
            <a:off x="6290478" y="1219947"/>
            <a:ext cx="4804049" cy="2208244"/>
          </a:xfrm>
          <a:prstGeom prst="rect">
            <a:avLst/>
          </a:prstGeom>
        </p:spPr>
        <p:txBody>
          <a:bodyPr/>
          <a:lstStyle>
            <a:lvl1pPr marL="457189" marR="0" indent="-457189" algn="l" defTabSz="609585" rtl="0" eaLnBrk="1" fontAlgn="auto" latinLnBrk="0" hangingPunct="1">
              <a:lnSpc>
                <a:spcPct val="100000"/>
              </a:lnSpc>
              <a:spcBef>
                <a:spcPct val="20000"/>
              </a:spcBef>
              <a:spcAft>
                <a:spcPts val="0"/>
              </a:spcAft>
              <a:buClrTx/>
              <a:buSzTx/>
              <a:buFont typeface="Arial"/>
              <a:buNone/>
              <a:tabLst/>
              <a:defRPr sz="1300" baseline="0">
                <a:latin typeface="BentonSans" charset="0"/>
                <a:ea typeface="BentonSans" charset="0"/>
                <a:cs typeface="BentonSans" charset="0"/>
              </a:defRPr>
            </a:lvl1pPr>
          </a:lstStyle>
          <a:p>
            <a:pPr marL="457189" marR="0" lvl="0" indent="-457189" algn="l" defTabSz="609585" rtl="0" eaLnBrk="1" fontAlgn="auto" latinLnBrk="0" hangingPunct="1">
              <a:lnSpc>
                <a:spcPct val="100000"/>
              </a:lnSpc>
              <a:spcBef>
                <a:spcPct val="20000"/>
              </a:spcBef>
              <a:spcAft>
                <a:spcPts val="0"/>
              </a:spcAft>
              <a:buClrTx/>
              <a:buSzTx/>
              <a:buFont typeface="Arial"/>
              <a:buNone/>
              <a:tabLst/>
              <a:defRPr/>
            </a:pPr>
            <a:r>
              <a:rPr lang="de-DE" dirty="0"/>
              <a:t>Place </a:t>
            </a:r>
            <a:r>
              <a:rPr lang="de-DE" dirty="0" err="1"/>
              <a:t>image</a:t>
            </a:r>
            <a:endParaRPr lang="de-DE" dirty="0"/>
          </a:p>
        </p:txBody>
      </p:sp>
      <p:sp>
        <p:nvSpPr>
          <p:cNvPr id="14" name="Text Placeholder 14"/>
          <p:cNvSpPr>
            <a:spLocks noGrp="1"/>
          </p:cNvSpPr>
          <p:nvPr>
            <p:ph type="body" sz="quarter" idx="21" hasCustomPrompt="1"/>
          </p:nvPr>
        </p:nvSpPr>
        <p:spPr>
          <a:xfrm>
            <a:off x="1103215" y="3621022"/>
            <a:ext cx="4803070" cy="286413"/>
          </a:xfrm>
          <a:prstGeom prst="rect">
            <a:avLst/>
          </a:prstGeom>
        </p:spPr>
        <p:txBody>
          <a:bodyPr vert="horz" lIns="0" tIns="0" rIns="0" bIns="0" anchor="t" anchorCtr="0"/>
          <a:lstStyle>
            <a:lvl1pPr marL="0" marR="0" indent="0" algn="l" defTabSz="609585" rtl="0" eaLnBrk="1" fontAlgn="auto" latinLnBrk="0" hangingPunct="1">
              <a:lnSpc>
                <a:spcPts val="1867"/>
              </a:lnSpc>
              <a:spcBef>
                <a:spcPts val="0"/>
              </a:spcBef>
              <a:spcAft>
                <a:spcPts val="0"/>
              </a:spcAft>
              <a:buClr>
                <a:schemeClr val="tx1"/>
              </a:buClr>
              <a:buSzPct val="120000"/>
              <a:buFont typeface=".AppleSystemUIFont" charset="-120"/>
              <a:buNone/>
              <a:tabLst/>
              <a:defRPr sz="1300" b="1" i="0" baseline="0">
                <a:solidFill>
                  <a:schemeClr val="tx1"/>
                </a:solidFill>
                <a:latin typeface="BentonSans" charset="0"/>
                <a:ea typeface="BentonSans" charset="0"/>
                <a:cs typeface="BentonSans" charset="0"/>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err="1"/>
              <a:t>Subcontent</a:t>
            </a:r>
            <a:r>
              <a:rPr lang="en-US" dirty="0"/>
              <a:t> headline</a:t>
            </a:r>
          </a:p>
        </p:txBody>
      </p:sp>
      <p:sp>
        <p:nvSpPr>
          <p:cNvPr id="17" name="Text Placeholder 14"/>
          <p:cNvSpPr>
            <a:spLocks noGrp="1"/>
          </p:cNvSpPr>
          <p:nvPr>
            <p:ph type="body" sz="quarter" idx="22" hasCustomPrompt="1"/>
          </p:nvPr>
        </p:nvSpPr>
        <p:spPr>
          <a:xfrm>
            <a:off x="6290478" y="4005065"/>
            <a:ext cx="4803070" cy="1881018"/>
          </a:xfrm>
          <a:prstGeom prst="rect">
            <a:avLst/>
          </a:prstGeom>
        </p:spPr>
        <p:txBody>
          <a:bodyPr vert="horz" lIns="0" tIns="0" rIns="0" bIns="0" anchor="t" anchorCtr="0"/>
          <a:lstStyle>
            <a:lvl1pPr marL="228594" marR="0" indent="-228594" algn="l" defTabSz="609585" rtl="0" eaLnBrk="1" fontAlgn="auto" latinLnBrk="0" hangingPunct="1">
              <a:lnSpc>
                <a:spcPct val="125000"/>
              </a:lnSpc>
              <a:spcBef>
                <a:spcPts val="0"/>
              </a:spcBef>
              <a:spcAft>
                <a:spcPts val="0"/>
              </a:spcAft>
              <a:buClr>
                <a:schemeClr val="tx1"/>
              </a:buClr>
              <a:buSzPct val="120000"/>
              <a:buFont typeface=".AppleSystemUIFont" charset="-120"/>
              <a:buChar char="›"/>
              <a:tabLst/>
              <a:defRPr sz="1300" b="0" i="0" baseline="0">
                <a:solidFill>
                  <a:schemeClr val="tx1"/>
                </a:solidFill>
                <a:latin typeface="BentonSans Regular"/>
                <a:cs typeface="BentonSans Regular"/>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a:t>Plain text or bullet points</a:t>
            </a:r>
          </a:p>
        </p:txBody>
      </p:sp>
      <p:sp>
        <p:nvSpPr>
          <p:cNvPr id="18" name="Text Placeholder 14"/>
          <p:cNvSpPr>
            <a:spLocks noGrp="1"/>
          </p:cNvSpPr>
          <p:nvPr>
            <p:ph type="body" sz="quarter" idx="23" hasCustomPrompt="1"/>
          </p:nvPr>
        </p:nvSpPr>
        <p:spPr>
          <a:xfrm>
            <a:off x="6290478" y="3621022"/>
            <a:ext cx="4803070" cy="286413"/>
          </a:xfrm>
          <a:prstGeom prst="rect">
            <a:avLst/>
          </a:prstGeom>
        </p:spPr>
        <p:txBody>
          <a:bodyPr vert="horz" lIns="0" tIns="0" rIns="0" bIns="0" anchor="t" anchorCtr="0"/>
          <a:lstStyle>
            <a:lvl1pPr marL="0" marR="0" indent="0" algn="l" defTabSz="609585" rtl="0" eaLnBrk="1" fontAlgn="auto" latinLnBrk="0" hangingPunct="1">
              <a:lnSpc>
                <a:spcPts val="1867"/>
              </a:lnSpc>
              <a:spcBef>
                <a:spcPts val="0"/>
              </a:spcBef>
              <a:spcAft>
                <a:spcPts val="0"/>
              </a:spcAft>
              <a:buClr>
                <a:schemeClr val="tx1"/>
              </a:buClr>
              <a:buSzPct val="120000"/>
              <a:buFont typeface=".AppleSystemUIFont" charset="-120"/>
              <a:buNone/>
              <a:tabLst/>
              <a:defRPr sz="1300" b="1" i="0" baseline="0">
                <a:solidFill>
                  <a:schemeClr val="tx1"/>
                </a:solidFill>
                <a:latin typeface="BentonSans" charset="0"/>
                <a:ea typeface="BentonSans" charset="0"/>
                <a:cs typeface="BentonSans" charset="0"/>
              </a:defRPr>
            </a:lvl1pPr>
            <a:lvl2pPr marL="724782" indent="-331192">
              <a:lnSpc>
                <a:spcPts val="2133"/>
              </a:lnSpc>
              <a:spcBef>
                <a:spcPts val="800"/>
              </a:spcBef>
              <a:spcAft>
                <a:spcPts val="400"/>
              </a:spcAft>
              <a:defRPr sz="1867" b="0" i="0" baseline="0">
                <a:latin typeface="BentonSans Regular"/>
                <a:cs typeface="BentonSans Regular"/>
              </a:defRPr>
            </a:lvl2pPr>
          </a:lstStyle>
          <a:p>
            <a:pPr lvl="0"/>
            <a:r>
              <a:rPr lang="en-US" dirty="0" err="1"/>
              <a:t>Subcontent</a:t>
            </a:r>
            <a:r>
              <a:rPr lang="en-US" dirty="0"/>
              <a:t> headline</a:t>
            </a:r>
          </a:p>
        </p:txBody>
      </p:sp>
      <p:sp>
        <p:nvSpPr>
          <p:cNvPr id="7" name="Oval 6"/>
          <p:cNvSpPr/>
          <p:nvPr userDrawn="1"/>
        </p:nvSpPr>
        <p:spPr>
          <a:xfrm>
            <a:off x="5955384" y="3284175"/>
            <a:ext cx="288145" cy="288032"/>
          </a:xfrm>
          <a:prstGeom prst="ellipse">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de-DE" sz="3200"/>
          </a:p>
        </p:txBody>
      </p:sp>
      <p:sp>
        <p:nvSpPr>
          <p:cNvPr id="19" name="Textfeld 18"/>
          <p:cNvSpPr txBox="1"/>
          <p:nvPr userDrawn="1"/>
        </p:nvSpPr>
        <p:spPr>
          <a:xfrm>
            <a:off x="6019100" y="3317133"/>
            <a:ext cx="176330" cy="205121"/>
          </a:xfrm>
          <a:prstGeom prst="rect">
            <a:avLst/>
          </a:prstGeom>
          <a:noFill/>
        </p:spPr>
        <p:txBody>
          <a:bodyPr wrap="none" lIns="0" tIns="0" rIns="0" bIns="0" rtlCol="0">
            <a:spAutoFit/>
          </a:bodyPr>
          <a:lstStyle/>
          <a:p>
            <a:r>
              <a:rPr lang="de-DE" sz="1333" dirty="0" err="1">
                <a:solidFill>
                  <a:schemeClr val="bg1"/>
                </a:solidFill>
                <a:latin typeface="BentonSans" charset="0"/>
                <a:ea typeface="BentonSans" charset="0"/>
                <a:cs typeface="BentonSans" charset="0"/>
              </a:rPr>
              <a:t>vs</a:t>
            </a:r>
            <a:endParaRPr lang="de-DE" sz="1333" dirty="0">
              <a:solidFill>
                <a:schemeClr val="bg1"/>
              </a:solidFill>
              <a:latin typeface="BentonSans" charset="0"/>
              <a:ea typeface="BentonSans" charset="0"/>
              <a:cs typeface="BentonSans" charset="0"/>
            </a:endParaRPr>
          </a:p>
        </p:txBody>
      </p:sp>
      <p:pic>
        <p:nvPicPr>
          <p:cNvPr id="23" name="Bild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00337" y="5966362"/>
            <a:ext cx="1152126" cy="811357"/>
          </a:xfrm>
          <a:prstGeom prst="rect">
            <a:avLst/>
          </a:prstGeom>
        </p:spPr>
      </p:pic>
      <p:sp>
        <p:nvSpPr>
          <p:cNvPr id="24" name="Footer Placeholder 4"/>
          <p:cNvSpPr>
            <a:spLocks noGrp="1"/>
          </p:cNvSpPr>
          <p:nvPr>
            <p:ph type="ftr" sz="quarter" idx="11"/>
          </p:nvPr>
        </p:nvSpPr>
        <p:spPr>
          <a:xfrm>
            <a:off x="978621" y="6375435"/>
            <a:ext cx="6055864" cy="365125"/>
          </a:xfrm>
        </p:spPr>
        <p:txBody>
          <a:bodyPr/>
          <a:lstStyle/>
          <a:p>
            <a:r>
              <a:rPr lang="en-US"/>
              <a:t>Industry Cloud &amp; Custom Development — Internal</a:t>
            </a:r>
            <a:endParaRPr lang="en-US" dirty="0"/>
          </a:p>
        </p:txBody>
      </p:sp>
      <p:sp>
        <p:nvSpPr>
          <p:cNvPr id="25" name="Slide Number Placeholder 5"/>
          <p:cNvSpPr>
            <a:spLocks noGrp="1"/>
          </p:cNvSpPr>
          <p:nvPr>
            <p:ph type="sldNum" sz="quarter" idx="12"/>
          </p:nvPr>
        </p:nvSpPr>
        <p:spPr>
          <a:xfrm>
            <a:off x="219971" y="6376243"/>
            <a:ext cx="1056530" cy="365125"/>
          </a:xfrm>
        </p:spPr>
        <p:txBody>
          <a:bodyPr/>
          <a:lstStyle/>
          <a:p>
            <a:fld id="{982A1D04-6773-3A4A-80AE-68CF7E210274}" type="slidenum">
              <a:rPr lang="en-US" smtClean="0"/>
              <a:t>‹#›</a:t>
            </a:fld>
            <a:endParaRPr lang="en-US"/>
          </a:p>
        </p:txBody>
      </p:sp>
      <p:sp>
        <p:nvSpPr>
          <p:cNvPr id="27" name="Titel 2"/>
          <p:cNvSpPr>
            <a:spLocks noGrp="1"/>
          </p:cNvSpPr>
          <p:nvPr>
            <p:ph type="title"/>
          </p:nvPr>
        </p:nvSpPr>
        <p:spPr>
          <a:xfrm>
            <a:off x="1103214" y="229236"/>
            <a:ext cx="9990335" cy="523695"/>
          </a:xfrm>
          <a:prstGeom prst="rect">
            <a:avLst/>
          </a:prstGeom>
        </p:spPr>
        <p:txBody>
          <a:bodyPr lIns="0" tIns="0" rIns="0" bIns="0" anchor="b" anchorCtr="0">
            <a:normAutofit/>
          </a:bodyPr>
          <a:lstStyle>
            <a:lvl1pPr algn="l">
              <a:defRPr sz="3600" b="1" i="0" spc="-110" baseline="0">
                <a:latin typeface="BentonSans Bold" charset="0"/>
                <a:ea typeface="BentonSans" charset="0"/>
                <a:cs typeface="BentonSans" charset="0"/>
              </a:defRPr>
            </a:lvl1pPr>
          </a:lstStyle>
          <a:p>
            <a:r>
              <a:rPr lang="en-US"/>
              <a:t>Click to edit Master title style</a:t>
            </a:r>
            <a:endParaRPr lang="de-DE" dirty="0"/>
          </a:p>
        </p:txBody>
      </p:sp>
    </p:spTree>
    <p:extLst>
      <p:ext uri="{BB962C8B-B14F-4D97-AF65-F5344CB8AC3E}">
        <p14:creationId xmlns:p14="http://schemas.microsoft.com/office/powerpoint/2010/main" val="507063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mod="1">
    <p:ext uri="{DCECCB84-F9BA-43D5-87BE-67443E8EF086}">
      <p15:sldGuideLst xmlns:p15="http://schemas.microsoft.com/office/powerpoint/2012/main">
        <p15:guide id="1" orient="horz" pos="2160" userDrawn="1">
          <p15:clr>
            <a:srgbClr val="FBAE40"/>
          </p15:clr>
        </p15:guide>
        <p15:guide id="2" pos="38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12"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777" y="2"/>
            <a:ext cx="12200540" cy="6862804"/>
          </a:xfrm>
          <a:prstGeom prst="rect">
            <a:avLst/>
          </a:prstGeom>
        </p:spPr>
      </p:pic>
      <p:sp>
        <p:nvSpPr>
          <p:cNvPr id="21" name="Rectangle 7"/>
          <p:cNvSpPr/>
          <p:nvPr userDrawn="1"/>
        </p:nvSpPr>
        <p:spPr>
          <a:xfrm>
            <a:off x="336815" y="1"/>
            <a:ext cx="11523132" cy="5157192"/>
          </a:xfrm>
          <a:prstGeom prst="rect">
            <a:avLst/>
          </a:prstGeom>
          <a:solidFill>
            <a:schemeClr val="bg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a:p>
        </p:txBody>
      </p:sp>
      <p:pic>
        <p:nvPicPr>
          <p:cNvPr id="16" name="Bild 15"/>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900336" y="5966362"/>
            <a:ext cx="1152128" cy="811357"/>
          </a:xfrm>
          <a:prstGeom prst="rect">
            <a:avLst/>
          </a:prstGeom>
        </p:spPr>
      </p:pic>
      <p:pic>
        <p:nvPicPr>
          <p:cNvPr id="17" name="Picture 9" descr="SAP_scrn_R.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36816" y="6177243"/>
            <a:ext cx="784421" cy="389596"/>
          </a:xfrm>
          <a:prstGeom prst="rect">
            <a:avLst/>
          </a:prstGeom>
        </p:spPr>
      </p:pic>
      <p:sp>
        <p:nvSpPr>
          <p:cNvPr id="18" name="Text Placeholder 14"/>
          <p:cNvSpPr>
            <a:spLocks noGrp="1"/>
          </p:cNvSpPr>
          <p:nvPr>
            <p:ph type="body" sz="quarter" idx="14" hasCustomPrompt="1"/>
          </p:nvPr>
        </p:nvSpPr>
        <p:spPr>
          <a:xfrm>
            <a:off x="1119291" y="3429000"/>
            <a:ext cx="9974256" cy="462152"/>
          </a:xfrm>
          <a:prstGeom prst="rect">
            <a:avLst/>
          </a:prstGeom>
        </p:spPr>
        <p:txBody>
          <a:bodyPr vert="horz" lIns="0" tIns="0" rIns="0" bIns="93600" anchor="b" anchorCtr="0"/>
          <a:lstStyle>
            <a:lvl1pPr marL="0" indent="0">
              <a:buNone/>
              <a:defRPr sz="2600" b="0" i="0" baseline="0">
                <a:solidFill>
                  <a:schemeClr val="accent3"/>
                </a:solidFill>
                <a:latin typeface="BentonSans Regular"/>
                <a:cs typeface="BentonSans Regular"/>
              </a:defRPr>
            </a:lvl1pPr>
          </a:lstStyle>
          <a:p>
            <a:pPr lvl="0"/>
            <a:r>
              <a:rPr lang="en-US" dirty="0"/>
              <a:t>Speaking subtitle</a:t>
            </a:r>
          </a:p>
        </p:txBody>
      </p:sp>
      <p:sp>
        <p:nvSpPr>
          <p:cNvPr id="23" name="Titel 7"/>
          <p:cNvSpPr>
            <a:spLocks noGrp="1"/>
          </p:cNvSpPr>
          <p:nvPr>
            <p:ph type="title" hasCustomPrompt="1"/>
          </p:nvPr>
        </p:nvSpPr>
        <p:spPr>
          <a:xfrm>
            <a:off x="1103870" y="1316766"/>
            <a:ext cx="9989676" cy="2015860"/>
          </a:xfrm>
          <a:prstGeom prst="rect">
            <a:avLst/>
          </a:prstGeom>
        </p:spPr>
        <p:txBody>
          <a:bodyPr lIns="0" tIns="0" rIns="0" bIns="0" anchor="b" anchorCtr="0"/>
          <a:lstStyle>
            <a:lvl1pPr algn="l">
              <a:lnSpc>
                <a:spcPct val="84000"/>
              </a:lnSpc>
              <a:defRPr sz="7200" b="1" i="0" spc="-270" baseline="0">
                <a:solidFill>
                  <a:schemeClr val="tx1"/>
                </a:solidFill>
                <a:latin typeface="BentonSans Bold" charset="0"/>
              </a:defRPr>
            </a:lvl1pPr>
          </a:lstStyle>
          <a:p>
            <a:r>
              <a:rPr lang="de-DE" dirty="0"/>
              <a:t>Short title</a:t>
            </a:r>
          </a:p>
        </p:txBody>
      </p:sp>
      <p:sp>
        <p:nvSpPr>
          <p:cNvPr id="10" name="Text Placeholder 14"/>
          <p:cNvSpPr>
            <a:spLocks noGrp="1"/>
          </p:cNvSpPr>
          <p:nvPr>
            <p:ph type="body" sz="quarter" idx="15" hasCustomPrompt="1"/>
          </p:nvPr>
        </p:nvSpPr>
        <p:spPr>
          <a:xfrm>
            <a:off x="1119294" y="4401036"/>
            <a:ext cx="9974256" cy="192021"/>
          </a:xfrm>
          <a:prstGeom prst="rect">
            <a:avLst/>
          </a:prstGeom>
        </p:spPr>
        <p:txBody>
          <a:bodyPr vert="horz" lIns="0" tIns="0" rIns="0" bIns="0"/>
          <a:lstStyle>
            <a:lvl1pPr marL="0" indent="0">
              <a:buNone/>
              <a:defRPr sz="1500" b="0" i="0" baseline="0">
                <a:solidFill>
                  <a:srgbClr val="777877"/>
                </a:solidFill>
                <a:latin typeface="BentonSans Regular"/>
                <a:cs typeface="BentonSans Regular"/>
              </a:defRPr>
            </a:lvl1pPr>
          </a:lstStyle>
          <a:p>
            <a:pPr lvl="0"/>
            <a:r>
              <a:rPr lang="en-US" dirty="0"/>
              <a:t>Speaker Name, Speaker Name</a:t>
            </a:r>
          </a:p>
        </p:txBody>
      </p:sp>
      <p:sp>
        <p:nvSpPr>
          <p:cNvPr id="11" name="Text Placeholder 14"/>
          <p:cNvSpPr>
            <a:spLocks noGrp="1"/>
          </p:cNvSpPr>
          <p:nvPr>
            <p:ph type="body" sz="quarter" idx="16" hasCustomPrompt="1"/>
          </p:nvPr>
        </p:nvSpPr>
        <p:spPr>
          <a:xfrm>
            <a:off x="1119294" y="4656203"/>
            <a:ext cx="4835071" cy="288032"/>
          </a:xfrm>
          <a:prstGeom prst="rect">
            <a:avLst/>
          </a:prstGeom>
        </p:spPr>
        <p:txBody>
          <a:bodyPr vert="horz" lIns="0" tIns="0" rIns="0" bIns="0"/>
          <a:lstStyle>
            <a:lvl1pPr marL="0" indent="0">
              <a:buNone/>
              <a:defRPr sz="1500" b="0" i="0" baseline="0">
                <a:solidFill>
                  <a:srgbClr val="777877"/>
                </a:solidFill>
                <a:latin typeface="BentonSans Regular"/>
                <a:cs typeface="BentonSans Regular"/>
              </a:defRPr>
            </a:lvl1pPr>
          </a:lstStyle>
          <a:p>
            <a:pPr lvl="0"/>
            <a:r>
              <a:rPr lang="en-US" dirty="0"/>
              <a:t>Month 00, 2016</a:t>
            </a:r>
          </a:p>
        </p:txBody>
      </p:sp>
    </p:spTree>
    <p:extLst>
      <p:ext uri="{BB962C8B-B14F-4D97-AF65-F5344CB8AC3E}">
        <p14:creationId xmlns:p14="http://schemas.microsoft.com/office/powerpoint/2010/main" val="1491599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1E8611DF-94A8-074E-A3AB-B05B2CDFAE37}" type="slidenum">
              <a:rPr lang="en-US" smtClean="0"/>
              <a:t>‹#›</a:t>
            </a:fld>
            <a:endParaRPr lang="en-US" dirty="0"/>
          </a:p>
        </p:txBody>
      </p:sp>
      <p:cxnSp>
        <p:nvCxnSpPr>
          <p:cNvPr id="11" name="Straight Connector 10"/>
          <p:cNvCxnSpPr/>
          <p:nvPr/>
        </p:nvCxnSpPr>
        <p:spPr>
          <a:xfrm>
            <a:off x="1119420" y="793071"/>
            <a:ext cx="9957923" cy="0"/>
          </a:xfrm>
          <a:prstGeom prst="line">
            <a:avLst/>
          </a:prstGeom>
          <a:ln w="6350">
            <a:solidFill>
              <a:srgbClr val="2F373A"/>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bwMode="gray">
          <a:xfrm>
            <a:off x="1103213" y="1281297"/>
            <a:ext cx="9974130" cy="4647426"/>
          </a:xfrm>
          <a:prstGeom prst="rect">
            <a:avLst/>
          </a:prstGeom>
          <a:noFill/>
        </p:spPr>
        <p:txBody>
          <a:bodyPr wrap="square" lIns="0" tIns="0" rIns="0" bIns="0" rtlCol="0">
            <a:spAutoFit/>
          </a:bodyPr>
          <a:lstStyle/>
          <a:p>
            <a:r>
              <a:rPr lang="en-US" sz="1200" kern="1200" dirty="0">
                <a:solidFill>
                  <a:schemeClr val="tx1"/>
                </a:solidFill>
                <a:latin typeface="BentonSans" charset="0"/>
                <a:ea typeface="BentonSans" charset="0"/>
                <a:cs typeface="BentonSans" charset="0"/>
              </a:rPr>
              <a:t>No part of this publication may be reproduced or transmitted in any form or for any purpose without the express permission of SAP SE or an SAP affiliate company.</a:t>
            </a:r>
          </a:p>
          <a:p>
            <a:pPr>
              <a:spcBef>
                <a:spcPts val="1200"/>
              </a:spcBef>
            </a:pPr>
            <a:r>
              <a:rPr lang="en-US" sz="1200" kern="1200" dirty="0">
                <a:solidFill>
                  <a:schemeClr val="tx1"/>
                </a:solidFill>
                <a:latin typeface="BentonSans" charset="0"/>
                <a:ea typeface="BentonSans" charset="0"/>
                <a:cs typeface="BentonSans" charset="0"/>
              </a:rPr>
              <a:t>SAP and other SAP products and services mentioned herein as well as their respective logos are trademarks or registered trademarks of SAP SE (or an SAP affiliate company) in Germany and other countries. Please see </a:t>
            </a:r>
            <a:r>
              <a:rPr lang="en-US" sz="1200" kern="1200" dirty="0">
                <a:solidFill>
                  <a:schemeClr val="tx1"/>
                </a:solidFill>
                <a:latin typeface="BentonSans" charset="0"/>
                <a:ea typeface="BentonSans" charset="0"/>
                <a:cs typeface="BentonSans" charset="0"/>
                <a:hlinkClick r:id="rId2"/>
              </a:rPr>
              <a:t>http://global12.sap.com/corporate-en/legal/copyright/index.epx</a:t>
            </a:r>
            <a:r>
              <a:rPr lang="en-US" sz="1200" kern="1200" dirty="0">
                <a:solidFill>
                  <a:schemeClr val="tx1"/>
                </a:solidFill>
                <a:latin typeface="BentonSans" charset="0"/>
                <a:ea typeface="BentonSans" charset="0"/>
                <a:cs typeface="BentonSans" charset="0"/>
              </a:rPr>
              <a:t> for additional trademark information and notices.</a:t>
            </a:r>
          </a:p>
          <a:p>
            <a:pPr>
              <a:spcBef>
                <a:spcPts val="1200"/>
              </a:spcBef>
            </a:pPr>
            <a:r>
              <a:rPr lang="en-US" sz="1200" kern="1200" dirty="0">
                <a:solidFill>
                  <a:schemeClr val="tx1"/>
                </a:solidFill>
                <a:latin typeface="BentonSans" charset="0"/>
                <a:ea typeface="BentonSans" charset="0"/>
                <a:cs typeface="BentonSans" charset="0"/>
              </a:rPr>
              <a:t>Some software products marketed by SAP SE and its distributors contain proprietary software components of other software vendors.</a:t>
            </a:r>
          </a:p>
          <a:p>
            <a:pPr>
              <a:spcBef>
                <a:spcPts val="1200"/>
              </a:spcBef>
            </a:pPr>
            <a:r>
              <a:rPr lang="en-US" sz="1200" kern="1200" dirty="0">
                <a:solidFill>
                  <a:schemeClr val="tx1"/>
                </a:solidFill>
                <a:latin typeface="BentonSans" charset="0"/>
                <a:ea typeface="BentonSans" charset="0"/>
                <a:cs typeface="BentonSans" charset="0"/>
              </a:rPr>
              <a:t>National product specifications may vary.</a:t>
            </a:r>
          </a:p>
          <a:p>
            <a:pPr>
              <a:spcBef>
                <a:spcPts val="1200"/>
              </a:spcBef>
            </a:pPr>
            <a:r>
              <a:rPr lang="en-US" sz="1200" kern="1200" dirty="0">
                <a:solidFill>
                  <a:schemeClr val="tx1"/>
                </a:solidFill>
                <a:latin typeface="BentonSans" charset="0"/>
                <a:ea typeface="BentonSans" charset="0"/>
                <a:cs typeface="BentonSans" charset="0"/>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kern="1200" dirty="0">
                <a:solidFill>
                  <a:schemeClr val="tx1"/>
                </a:solidFill>
                <a:latin typeface="BentonSans" charset="0"/>
                <a:ea typeface="BentonSans" charset="0"/>
                <a:cs typeface="BentonSans" charset="0"/>
              </a:rPr>
            </a:br>
            <a:r>
              <a:rPr lang="en-US" sz="1200" kern="1200" dirty="0">
                <a:solidFill>
                  <a:schemeClr val="tx1"/>
                </a:solidFill>
                <a:latin typeface="BentonSans" charset="0"/>
                <a:ea typeface="BentonSans" charset="0"/>
                <a:cs typeface="BentonSans" charset="0"/>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kern="1200" dirty="0">
                <a:solidFill>
                  <a:schemeClr val="tx1"/>
                </a:solidFill>
                <a:latin typeface="BentonSans" charset="0"/>
                <a:ea typeface="BentonSans" charset="0"/>
                <a:cs typeface="BentonSans" charset="0"/>
              </a:rPr>
              <a:t>In particular, SAP SE or its affiliated companies have no obligation to pursue any course of business outlined in this document or any related presentation, or to develop </a:t>
            </a:r>
            <a:br>
              <a:rPr lang="en-US" sz="1200" kern="1200" dirty="0">
                <a:solidFill>
                  <a:schemeClr val="tx1"/>
                </a:solidFill>
                <a:latin typeface="BentonSans" charset="0"/>
                <a:ea typeface="BentonSans" charset="0"/>
                <a:cs typeface="BentonSans" charset="0"/>
              </a:rPr>
            </a:br>
            <a:r>
              <a:rPr lang="en-US" sz="1200" kern="1200" dirty="0">
                <a:solidFill>
                  <a:schemeClr val="tx1"/>
                </a:solidFill>
                <a:latin typeface="BentonSans" charset="0"/>
                <a:ea typeface="BentonSans" charset="0"/>
                <a:cs typeface="BentonSans" charset="0"/>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kern="1200" dirty="0">
                <a:solidFill>
                  <a:schemeClr val="tx1"/>
                </a:solidFill>
                <a:latin typeface="BentonSans" charset="0"/>
                <a:ea typeface="BentonSans" charset="0"/>
                <a:cs typeface="BentonSans" charset="0"/>
              </a:rPr>
            </a:br>
            <a:r>
              <a:rPr lang="en-US" sz="1200" kern="1200" dirty="0">
                <a:solidFill>
                  <a:schemeClr val="tx1"/>
                </a:solidFill>
                <a:latin typeface="BentonSans" charset="0"/>
                <a:ea typeface="BentonSans" charset="0"/>
                <a:cs typeface="BentonSans" charset="0"/>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
        <p:nvSpPr>
          <p:cNvPr id="15" name="Footer Placeholder 4"/>
          <p:cNvSpPr>
            <a:spLocks noGrp="1"/>
          </p:cNvSpPr>
          <p:nvPr>
            <p:ph type="ftr" sz="quarter" idx="11"/>
          </p:nvPr>
        </p:nvSpPr>
        <p:spPr>
          <a:xfrm>
            <a:off x="978621" y="6450604"/>
            <a:ext cx="6199880" cy="365125"/>
          </a:xfrm>
        </p:spPr>
        <p:txBody>
          <a:bodyPr/>
          <a:lstStyle/>
          <a:p>
            <a:r>
              <a:rPr lang="en-US"/>
              <a:t>Industry Cloud &amp; Custom Development — Internal</a:t>
            </a:r>
            <a:endParaRPr lang="en-US" dirty="0"/>
          </a:p>
        </p:txBody>
      </p:sp>
      <p:sp>
        <p:nvSpPr>
          <p:cNvPr id="12" name="Titel 2"/>
          <p:cNvSpPr txBox="1">
            <a:spLocks/>
          </p:cNvSpPr>
          <p:nvPr userDrawn="1"/>
        </p:nvSpPr>
        <p:spPr>
          <a:xfrm>
            <a:off x="1103214" y="229236"/>
            <a:ext cx="9990335" cy="523695"/>
          </a:xfrm>
          <a:prstGeom prst="rect">
            <a:avLst/>
          </a:prstGeom>
        </p:spPr>
        <p:txBody>
          <a:bodyPr lIns="0" tIns="0" rIns="0" bIns="0" anchor="b" anchorCtr="0">
            <a:normAutofit fontScale="70000" lnSpcReduction="20000"/>
          </a:bodyPr>
          <a:lstStyle>
            <a:lvl1pPr algn="l" defTabSz="609585" rtl="0" eaLnBrk="1" latinLnBrk="0" hangingPunct="1">
              <a:spcBef>
                <a:spcPct val="0"/>
              </a:spcBef>
              <a:buNone/>
              <a:defRPr sz="3600" b="1" i="0" kern="1200" spc="-110" baseline="0">
                <a:solidFill>
                  <a:schemeClr val="tx1"/>
                </a:solidFill>
                <a:latin typeface="BentonSans Bold" charset="0"/>
                <a:ea typeface="BentonSans" charset="0"/>
                <a:cs typeface="BentonSans" charset="0"/>
              </a:defRPr>
            </a:lvl1pPr>
          </a:lstStyle>
          <a:p>
            <a:pPr algn="l" defTabSz="1088776" rtl="0" eaLnBrk="1" latinLnBrk="0" hangingPunct="1">
              <a:spcBef>
                <a:spcPct val="0"/>
              </a:spcBef>
              <a:buNone/>
            </a:pPr>
            <a:r>
              <a:rPr lang="en-US" sz="3600" b="1" i="0" kern="1200" spc="-110" baseline="0" noProof="0" dirty="0">
                <a:solidFill>
                  <a:sysClr val="windowText" lastClr="000000"/>
                </a:solidFill>
                <a:latin typeface="BentonSans Bold" charset="0"/>
                <a:ea typeface="BentonSans" charset="0"/>
                <a:cs typeface="BentonSans" charset="0"/>
              </a:rPr>
              <a:t>© 2016 SAP SE or an SAP affiliate company. All rights reserved.</a:t>
            </a:r>
          </a:p>
        </p:txBody>
      </p:sp>
      <p:sp>
        <p:nvSpPr>
          <p:cNvPr id="7" name="Footer Placeholder 4"/>
          <p:cNvSpPr txBox="1">
            <a:spLocks/>
          </p:cNvSpPr>
          <p:nvPr userDrawn="1"/>
        </p:nvSpPr>
        <p:spPr>
          <a:xfrm>
            <a:off x="8690669" y="6450604"/>
            <a:ext cx="3240360" cy="365125"/>
          </a:xfrm>
          <a:prstGeom prst="rect">
            <a:avLst/>
          </a:prstGeom>
        </p:spPr>
        <p:txBody>
          <a:bodyPr vert="horz" lIns="91440" tIns="45720" rIns="91440" bIns="45720" rtlCol="0" anchor="ctr"/>
          <a:lstStyle>
            <a:defPPr>
              <a:defRPr lang="en-US"/>
            </a:defPPr>
            <a:lvl1pPr marL="0" algn="l" defTabSz="609722" rtl="0" eaLnBrk="1" latinLnBrk="0" hangingPunct="1">
              <a:defRPr sz="933" b="0" i="0" kern="1200">
                <a:solidFill>
                  <a:schemeClr val="tx1">
                    <a:tint val="75000"/>
                  </a:schemeClr>
                </a:solidFill>
                <a:latin typeface="BentonSans Regular"/>
                <a:ea typeface="+mn-ea"/>
                <a:cs typeface="BentonSans Regular"/>
              </a:defRPr>
            </a:lvl1pPr>
            <a:lvl2pPr marL="609722" algn="l" defTabSz="609722" rtl="0" eaLnBrk="1" latinLnBrk="0" hangingPunct="1">
              <a:defRPr sz="2400" kern="1200">
                <a:solidFill>
                  <a:schemeClr val="tx1"/>
                </a:solidFill>
                <a:latin typeface="+mn-lt"/>
                <a:ea typeface="+mn-ea"/>
                <a:cs typeface="+mn-cs"/>
              </a:defRPr>
            </a:lvl2pPr>
            <a:lvl3pPr marL="1219444" algn="l" defTabSz="609722" rtl="0" eaLnBrk="1" latinLnBrk="0" hangingPunct="1">
              <a:defRPr sz="2400" kern="1200">
                <a:solidFill>
                  <a:schemeClr val="tx1"/>
                </a:solidFill>
                <a:latin typeface="+mn-lt"/>
                <a:ea typeface="+mn-ea"/>
                <a:cs typeface="+mn-cs"/>
              </a:defRPr>
            </a:lvl3pPr>
            <a:lvl4pPr marL="1829166" algn="l" defTabSz="609722" rtl="0" eaLnBrk="1" latinLnBrk="0" hangingPunct="1">
              <a:defRPr sz="2400" kern="1200">
                <a:solidFill>
                  <a:schemeClr val="tx1"/>
                </a:solidFill>
                <a:latin typeface="+mn-lt"/>
                <a:ea typeface="+mn-ea"/>
                <a:cs typeface="+mn-cs"/>
              </a:defRPr>
            </a:lvl4pPr>
            <a:lvl5pPr marL="2438888" algn="l" defTabSz="609722" rtl="0" eaLnBrk="1" latinLnBrk="0" hangingPunct="1">
              <a:defRPr sz="2400" kern="1200">
                <a:solidFill>
                  <a:schemeClr val="tx1"/>
                </a:solidFill>
                <a:latin typeface="+mn-lt"/>
                <a:ea typeface="+mn-ea"/>
                <a:cs typeface="+mn-cs"/>
              </a:defRPr>
            </a:lvl5pPr>
            <a:lvl6pPr marL="3048610" algn="l" defTabSz="609722" rtl="0" eaLnBrk="1" latinLnBrk="0" hangingPunct="1">
              <a:defRPr sz="2400" kern="1200">
                <a:solidFill>
                  <a:schemeClr val="tx1"/>
                </a:solidFill>
                <a:latin typeface="+mn-lt"/>
                <a:ea typeface="+mn-ea"/>
                <a:cs typeface="+mn-cs"/>
              </a:defRPr>
            </a:lvl6pPr>
            <a:lvl7pPr marL="3658332" algn="l" defTabSz="609722" rtl="0" eaLnBrk="1" latinLnBrk="0" hangingPunct="1">
              <a:defRPr sz="2400" kern="1200">
                <a:solidFill>
                  <a:schemeClr val="tx1"/>
                </a:solidFill>
                <a:latin typeface="+mn-lt"/>
                <a:ea typeface="+mn-ea"/>
                <a:cs typeface="+mn-cs"/>
              </a:defRPr>
            </a:lvl7pPr>
            <a:lvl8pPr marL="4268053" algn="l" defTabSz="609722" rtl="0" eaLnBrk="1" latinLnBrk="0" hangingPunct="1">
              <a:defRPr sz="2400" kern="1200">
                <a:solidFill>
                  <a:schemeClr val="tx1"/>
                </a:solidFill>
                <a:latin typeface="+mn-lt"/>
                <a:ea typeface="+mn-ea"/>
                <a:cs typeface="+mn-cs"/>
              </a:defRPr>
            </a:lvl8pPr>
            <a:lvl9pPr marL="4877775" algn="l" defTabSz="609722" rtl="0" eaLnBrk="1" latinLnBrk="0" hangingPunct="1">
              <a:defRPr sz="2400" kern="1200">
                <a:solidFill>
                  <a:schemeClr val="tx1"/>
                </a:solidFill>
                <a:latin typeface="+mn-lt"/>
                <a:ea typeface="+mn-ea"/>
                <a:cs typeface="+mn-cs"/>
              </a:defRPr>
            </a:lvl9pPr>
          </a:lstStyle>
          <a:p>
            <a:pPr algn="r"/>
            <a:r>
              <a:rPr lang="en-US" dirty="0"/>
              <a:t>Version 1.1 (09–2016)</a:t>
            </a:r>
          </a:p>
        </p:txBody>
      </p:sp>
    </p:spTree>
    <p:extLst>
      <p:ext uri="{BB962C8B-B14F-4D97-AF65-F5344CB8AC3E}">
        <p14:creationId xmlns:p14="http://schemas.microsoft.com/office/powerpoint/2010/main" val="2780388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978621" y="6450604"/>
            <a:ext cx="3862308" cy="365125"/>
          </a:xfrm>
          <a:prstGeom prst="rect">
            <a:avLst/>
          </a:prstGeom>
        </p:spPr>
        <p:txBody>
          <a:bodyPr vert="horz" lIns="91440" tIns="45720" rIns="91440" bIns="45720" rtlCol="0" anchor="ctr"/>
          <a:lstStyle>
            <a:lvl1pPr algn="l">
              <a:defRPr sz="933" b="0" i="0">
                <a:solidFill>
                  <a:schemeClr val="tx1">
                    <a:tint val="75000"/>
                  </a:schemeClr>
                </a:solidFill>
                <a:latin typeface="BentonSans Regular"/>
                <a:cs typeface="BentonSans Regular"/>
              </a:defRPr>
            </a:lvl1pPr>
          </a:lstStyle>
          <a:p>
            <a:r>
              <a:rPr lang="en-US" dirty="0"/>
              <a:t>Industry Cloud &amp; Custom Development — Internal</a:t>
            </a:r>
          </a:p>
        </p:txBody>
      </p:sp>
      <p:sp>
        <p:nvSpPr>
          <p:cNvPr id="6" name="Slide Number Placeholder 5"/>
          <p:cNvSpPr>
            <a:spLocks noGrp="1"/>
          </p:cNvSpPr>
          <p:nvPr>
            <p:ph type="sldNum" sz="quarter" idx="4"/>
          </p:nvPr>
        </p:nvSpPr>
        <p:spPr>
          <a:xfrm>
            <a:off x="219971" y="6451412"/>
            <a:ext cx="1056530" cy="365125"/>
          </a:xfrm>
          <a:prstGeom prst="rect">
            <a:avLst/>
          </a:prstGeom>
        </p:spPr>
        <p:txBody>
          <a:bodyPr vert="horz" lIns="91440" tIns="45720" rIns="91440" bIns="45720" rtlCol="0" anchor="ctr"/>
          <a:lstStyle>
            <a:lvl1pPr algn="l">
              <a:defRPr sz="933" b="0" i="0">
                <a:solidFill>
                  <a:schemeClr val="tx1">
                    <a:tint val="75000"/>
                  </a:schemeClr>
                </a:solidFill>
                <a:latin typeface="BentonSans Regular"/>
                <a:cs typeface="BentonSans Regular"/>
              </a:defRPr>
            </a:lvl1pPr>
          </a:lstStyle>
          <a:p>
            <a:fld id="{37AE8B54-55A6-8347-A2E0-7335D2DEF8BA}" type="slidenum">
              <a:rPr lang="en-US" smtClean="0"/>
              <a:pPr/>
              <a:t>‹#›</a:t>
            </a:fld>
            <a:endParaRPr lang="en-US" dirty="0"/>
          </a:p>
        </p:txBody>
      </p:sp>
    </p:spTree>
    <p:extLst>
      <p:ext uri="{BB962C8B-B14F-4D97-AF65-F5344CB8AC3E}">
        <p14:creationId xmlns:p14="http://schemas.microsoft.com/office/powerpoint/2010/main" val="3365158453"/>
      </p:ext>
    </p:extLst>
  </p:cSld>
  <p:clrMap bg1="lt1" tx1="dk1" bg2="lt2" tx2="dk2" accent1="accent1" accent2="accent2" accent3="accent3" accent4="accent4" accent5="accent5" accent6="accent6" hlink="hlink" folHlink="folHlink"/>
  <p:sldLayoutIdLst>
    <p:sldLayoutId id="2147483677" r:id="rId1"/>
    <p:sldLayoutId id="2147483649" r:id="rId2"/>
    <p:sldLayoutId id="2147483658" r:id="rId3"/>
    <p:sldLayoutId id="2147483686" r:id="rId4"/>
    <p:sldLayoutId id="2147483673" r:id="rId5"/>
    <p:sldLayoutId id="2147483687" r:id="rId6"/>
    <p:sldLayoutId id="2147483665" r:id="rId7"/>
    <p:sldLayoutId id="2147483672" r:id="rId8"/>
    <p:sldLayoutId id="2147483666" r:id="rId9"/>
    <p:sldLayoutId id="2147483685" r:id="rId10"/>
    <p:sldLayoutId id="2147483668" r:id="rId11"/>
    <p:sldLayoutId id="2147483669" r:id="rId12"/>
    <p:sldLayoutId id="2147483682" r:id="rId13"/>
    <p:sldLayoutId id="2147483684" r:id="rId14"/>
    <p:sldLayoutId id="2147483670" r:id="rId15"/>
    <p:sldLayoutId id="2147483675" r:id="rId16"/>
    <p:sldLayoutId id="2147483678" r:id="rId17"/>
    <p:sldLayoutId id="2147483679" r:id="rId18"/>
    <p:sldLayoutId id="2147483683" r:id="rId19"/>
    <p:sldLayoutId id="2147483674" r:id="rId20"/>
    <p:sldLayoutId id="2147483653" r:id="rId21"/>
    <p:sldLayoutId id="2147483654" r:id="rId22"/>
    <p:sldLayoutId id="2147483661" r:id="rId23"/>
    <p:sldLayoutId id="2147483676" r:id="rId24"/>
    <p:sldLayoutId id="2147483657" r:id="rId25"/>
    <p:sldLayoutId id="2147483671" r:id="rId26"/>
  </p:sldLayoutIdLst>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hf hdr="0" dt="0"/>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p:cNvSpPr txBox="1"/>
          <p:nvPr/>
        </p:nvSpPr>
        <p:spPr>
          <a:xfrm>
            <a:off x="10020891" y="1784144"/>
            <a:ext cx="1459054" cy="430887"/>
          </a:xfrm>
          <a:prstGeom prst="rect">
            <a:avLst/>
          </a:prstGeom>
          <a:noFill/>
        </p:spPr>
        <p:txBody>
          <a:bodyPr wrap="none" rtlCol="0">
            <a:spAutoFit/>
          </a:bodyPr>
          <a:lstStyle/>
          <a:p>
            <a:r>
              <a:rPr lang="de-DE" sz="1100" dirty="0" err="1">
                <a:latin typeface="Courier New" panose="02070309020205020404" pitchFamily="49" charset="0"/>
                <a:ea typeface="BentonSans" charset="0"/>
                <a:cs typeface="Courier New" panose="02070309020205020404" pitchFamily="49" charset="0"/>
              </a:rPr>
              <a:t>Closed_staging</a:t>
            </a:r>
            <a:r>
              <a:rPr lang="de-DE" sz="1100" dirty="0">
                <a:latin typeface="Courier New" panose="02070309020205020404" pitchFamily="49" charset="0"/>
                <a:ea typeface="BentonSans" charset="0"/>
                <a:cs typeface="Courier New" panose="02070309020205020404" pitchFamily="49" charset="0"/>
              </a:rPr>
              <a:t>:</a:t>
            </a:r>
          </a:p>
          <a:p>
            <a:endParaRPr lang="de-DE" sz="1100" dirty="0">
              <a:latin typeface="Courier New" panose="02070309020205020404" pitchFamily="49" charset="0"/>
              <a:ea typeface="BentonSans" charset="0"/>
              <a:cs typeface="Courier New" panose="02070309020205020404" pitchFamily="49" charset="0"/>
            </a:endParaRPr>
          </a:p>
        </p:txBody>
      </p:sp>
      <p:sp>
        <p:nvSpPr>
          <p:cNvPr id="3" name="Footer Placeholder 2"/>
          <p:cNvSpPr>
            <a:spLocks noGrp="1"/>
          </p:cNvSpPr>
          <p:nvPr>
            <p:ph type="ftr" sz="quarter" idx="11"/>
          </p:nvPr>
        </p:nvSpPr>
        <p:spPr/>
        <p:txBody>
          <a:bodyPr/>
          <a:lstStyle/>
          <a:p>
            <a:r>
              <a:rPr lang="en-US" dirty="0"/>
              <a:t>Industry Cloud &amp; Custom Development — Internal</a:t>
            </a:r>
          </a:p>
        </p:txBody>
      </p:sp>
      <p:sp>
        <p:nvSpPr>
          <p:cNvPr id="4" name="Slide Number Placeholder 3"/>
          <p:cNvSpPr>
            <a:spLocks noGrp="1"/>
          </p:cNvSpPr>
          <p:nvPr>
            <p:ph type="sldNum" sz="quarter" idx="12"/>
          </p:nvPr>
        </p:nvSpPr>
        <p:spPr/>
        <p:txBody>
          <a:bodyPr/>
          <a:lstStyle/>
          <a:p>
            <a:fld id="{982A1D04-6773-3A4A-80AE-68CF7E210274}" type="slidenum">
              <a:rPr lang="en-US" smtClean="0"/>
              <a:t>1</a:t>
            </a:fld>
            <a:endParaRPr lang="en-US"/>
          </a:p>
        </p:txBody>
      </p:sp>
      <p:sp>
        <p:nvSpPr>
          <p:cNvPr id="8" name="Rectangle 7"/>
          <p:cNvSpPr/>
          <p:nvPr/>
        </p:nvSpPr>
        <p:spPr>
          <a:xfrm>
            <a:off x="625773" y="548680"/>
            <a:ext cx="1152128" cy="792088"/>
          </a:xfrm>
          <a:prstGeom prst="rect">
            <a:avLst/>
          </a:prstGeom>
          <a:solidFill>
            <a:schemeClr val="bg2">
              <a:alpha val="85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800" dirty="0" err="1">
                <a:solidFill>
                  <a:schemeClr val="tx1"/>
                </a:solidFill>
              </a:rPr>
              <a:t>GitHub</a:t>
            </a:r>
            <a:r>
              <a:rPr lang="de-DE" sz="1800" dirty="0">
                <a:solidFill>
                  <a:schemeClr val="tx1"/>
                </a:solidFill>
              </a:rPr>
              <a:t> </a:t>
            </a:r>
            <a:r>
              <a:rPr lang="de-DE" sz="1800" dirty="0" err="1">
                <a:solidFill>
                  <a:schemeClr val="tx1"/>
                </a:solidFill>
              </a:rPr>
              <a:t>Repo</a:t>
            </a:r>
            <a:endParaRPr lang="de-DE" sz="1800" dirty="0">
              <a:solidFill>
                <a:schemeClr val="tx1"/>
              </a:solidFill>
            </a:endParaRPr>
          </a:p>
        </p:txBody>
      </p:sp>
      <p:sp>
        <p:nvSpPr>
          <p:cNvPr id="9" name="Rectangle 8"/>
          <p:cNvSpPr/>
          <p:nvPr/>
        </p:nvSpPr>
        <p:spPr>
          <a:xfrm>
            <a:off x="2281957" y="553074"/>
            <a:ext cx="1152128" cy="792088"/>
          </a:xfrm>
          <a:prstGeom prst="rect">
            <a:avLst/>
          </a:prstGeom>
          <a:solidFill>
            <a:schemeClr val="bg2">
              <a:alpha val="85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800" dirty="0">
                <a:solidFill>
                  <a:schemeClr val="tx1"/>
                </a:solidFill>
              </a:rPr>
              <a:t>ICBS</a:t>
            </a:r>
          </a:p>
          <a:p>
            <a:pPr algn="ctr"/>
            <a:r>
              <a:rPr lang="de-DE" sz="1800" dirty="0">
                <a:solidFill>
                  <a:schemeClr val="tx1"/>
                </a:solidFill>
              </a:rPr>
              <a:t>Jenkins</a:t>
            </a:r>
          </a:p>
        </p:txBody>
      </p:sp>
      <p:sp>
        <p:nvSpPr>
          <p:cNvPr id="10" name="Rectangle 9"/>
          <p:cNvSpPr/>
          <p:nvPr/>
        </p:nvSpPr>
        <p:spPr>
          <a:xfrm>
            <a:off x="4298181" y="561862"/>
            <a:ext cx="1152128" cy="792088"/>
          </a:xfrm>
          <a:prstGeom prst="rect">
            <a:avLst/>
          </a:prstGeom>
          <a:solidFill>
            <a:schemeClr val="bg2">
              <a:alpha val="85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800" dirty="0">
                <a:solidFill>
                  <a:schemeClr val="tx1"/>
                </a:solidFill>
              </a:rPr>
              <a:t>NAAS </a:t>
            </a:r>
            <a:r>
              <a:rPr lang="de-DE" sz="1800" dirty="0" err="1">
                <a:solidFill>
                  <a:schemeClr val="tx1"/>
                </a:solidFill>
              </a:rPr>
              <a:t>Repo</a:t>
            </a:r>
            <a:endParaRPr lang="de-DE" sz="1800" dirty="0">
              <a:solidFill>
                <a:schemeClr val="tx1"/>
              </a:solidFill>
            </a:endParaRPr>
          </a:p>
        </p:txBody>
      </p:sp>
      <p:sp>
        <p:nvSpPr>
          <p:cNvPr id="11" name="Rectangle 10"/>
          <p:cNvSpPr/>
          <p:nvPr/>
        </p:nvSpPr>
        <p:spPr>
          <a:xfrm>
            <a:off x="6602437" y="563393"/>
            <a:ext cx="1152128" cy="792088"/>
          </a:xfrm>
          <a:prstGeom prst="rect">
            <a:avLst/>
          </a:prstGeom>
          <a:solidFill>
            <a:schemeClr val="bg2">
              <a:alpha val="85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800" dirty="0" err="1">
                <a:solidFill>
                  <a:schemeClr val="tx1"/>
                </a:solidFill>
              </a:rPr>
              <a:t>xMake</a:t>
            </a:r>
            <a:endParaRPr lang="de-DE" sz="1800" dirty="0">
              <a:solidFill>
                <a:schemeClr val="tx1"/>
              </a:solidFill>
            </a:endParaRPr>
          </a:p>
          <a:p>
            <a:pPr algn="ctr"/>
            <a:r>
              <a:rPr lang="de-DE" sz="1800" dirty="0">
                <a:solidFill>
                  <a:schemeClr val="tx1"/>
                </a:solidFill>
              </a:rPr>
              <a:t>Jenkins</a:t>
            </a:r>
          </a:p>
        </p:txBody>
      </p:sp>
      <p:sp>
        <p:nvSpPr>
          <p:cNvPr id="12" name="Rectangle 11"/>
          <p:cNvSpPr/>
          <p:nvPr/>
        </p:nvSpPr>
        <p:spPr>
          <a:xfrm>
            <a:off x="10078507" y="527064"/>
            <a:ext cx="1152128" cy="792088"/>
          </a:xfrm>
          <a:prstGeom prst="rect">
            <a:avLst/>
          </a:prstGeom>
          <a:solidFill>
            <a:schemeClr val="bg2">
              <a:alpha val="85000"/>
            </a:schemeClr>
          </a:solidFill>
          <a:ln w="1905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800" dirty="0">
                <a:solidFill>
                  <a:schemeClr val="tx1"/>
                </a:solidFill>
              </a:rPr>
              <a:t>Nexus</a:t>
            </a:r>
          </a:p>
        </p:txBody>
      </p:sp>
      <p:sp>
        <p:nvSpPr>
          <p:cNvPr id="13" name="TextBox 12"/>
          <p:cNvSpPr txBox="1"/>
          <p:nvPr/>
        </p:nvSpPr>
        <p:spPr>
          <a:xfrm>
            <a:off x="697781" y="1628800"/>
            <a:ext cx="864339" cy="430887"/>
          </a:xfrm>
          <a:prstGeom prst="rect">
            <a:avLst/>
          </a:prstGeom>
          <a:noFill/>
        </p:spPr>
        <p:txBody>
          <a:bodyPr wrap="none" rtlCol="0">
            <a:spAutoFit/>
          </a:bodyPr>
          <a:lstStyle/>
          <a:p>
            <a:r>
              <a:rPr lang="de-DE" sz="1100" dirty="0" err="1">
                <a:latin typeface="Courier New" panose="02070309020205020404" pitchFamily="49" charset="0"/>
                <a:ea typeface="BentonSans" charset="0"/>
                <a:cs typeface="Courier New" panose="02070309020205020404" pitchFamily="49" charset="0"/>
              </a:rPr>
              <a:t>Branches</a:t>
            </a:r>
            <a:endParaRPr lang="de-DE" sz="1100" dirty="0">
              <a:latin typeface="Courier New" panose="02070309020205020404" pitchFamily="49" charset="0"/>
              <a:ea typeface="BentonSans" charset="0"/>
              <a:cs typeface="Courier New" panose="02070309020205020404" pitchFamily="49" charset="0"/>
            </a:endParaRPr>
          </a:p>
          <a:p>
            <a:r>
              <a:rPr lang="de-DE" sz="1100" dirty="0">
                <a:latin typeface="Courier New" panose="02070309020205020404" pitchFamily="49" charset="0"/>
                <a:ea typeface="BentonSans" charset="0"/>
                <a:cs typeface="Courier New" panose="02070309020205020404" pitchFamily="49" charset="0"/>
              </a:rPr>
              <a:t>- Master</a:t>
            </a:r>
          </a:p>
        </p:txBody>
      </p:sp>
      <p:sp>
        <p:nvSpPr>
          <p:cNvPr id="14" name="TextBox 13"/>
          <p:cNvSpPr txBox="1"/>
          <p:nvPr/>
        </p:nvSpPr>
        <p:spPr>
          <a:xfrm>
            <a:off x="2150990" y="1928882"/>
            <a:ext cx="1505038" cy="923330"/>
          </a:xfrm>
          <a:prstGeom prst="rect">
            <a:avLst/>
          </a:prstGeom>
          <a:noFill/>
          <a:ln>
            <a:solidFill>
              <a:srgbClr val="FFC000"/>
            </a:solidFill>
          </a:ln>
        </p:spPr>
        <p:txBody>
          <a:bodyPr wrap="square" rtlCol="0">
            <a:spAutoFit/>
          </a:bodyPr>
          <a:lstStyle/>
          <a:p>
            <a:r>
              <a:rPr lang="de-DE" sz="1100" dirty="0">
                <a:ea typeface="BentonSans" charset="0"/>
                <a:cs typeface="Courier New" panose="02070309020205020404" pitchFamily="49" charset="0"/>
              </a:rPr>
              <a:t>Load </a:t>
            </a:r>
            <a:r>
              <a:rPr lang="de-DE" sz="1100" dirty="0" err="1">
                <a:ea typeface="BentonSans" charset="0"/>
                <a:cs typeface="Courier New" panose="02070309020205020404" pitchFamily="49" charset="0"/>
              </a:rPr>
              <a:t>current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content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of</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master</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to</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local</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workspace</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and</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create</a:t>
            </a:r>
            <a:r>
              <a:rPr lang="de-DE" sz="1100" dirty="0">
                <a:ea typeface="BentonSans" charset="0"/>
                <a:cs typeface="Courier New" panose="02070309020205020404" pitchFamily="49" charset="0"/>
              </a:rPr>
              <a:t> Tag </a:t>
            </a:r>
            <a:r>
              <a:rPr lang="de-DE" sz="1000" dirty="0">
                <a:latin typeface="Courier New" panose="02070309020205020404" pitchFamily="49" charset="0"/>
                <a:ea typeface="BentonSans" charset="0"/>
                <a:cs typeface="Courier New" panose="02070309020205020404" pitchFamily="49" charset="0"/>
              </a:rPr>
              <a:t>„</a:t>
            </a:r>
            <a:r>
              <a:rPr lang="de-DE" sz="1000" dirty="0" err="1">
                <a:latin typeface="Courier New" panose="02070309020205020404" pitchFamily="49" charset="0"/>
                <a:ea typeface="BentonSans" charset="0"/>
                <a:cs typeface="Courier New" panose="02070309020205020404" pitchFamily="49" charset="0"/>
              </a:rPr>
              <a:t>build</a:t>
            </a:r>
            <a:r>
              <a:rPr lang="de-DE" sz="1000" dirty="0">
                <a:latin typeface="Courier New" panose="02070309020205020404" pitchFamily="49" charset="0"/>
                <a:ea typeface="BentonSans" charset="0"/>
                <a:cs typeface="Courier New" panose="02070309020205020404" pitchFamily="49" charset="0"/>
              </a:rPr>
              <a:t>&lt;</a:t>
            </a:r>
            <a:r>
              <a:rPr lang="de-DE" sz="1000" dirty="0" err="1">
                <a:latin typeface="Courier New" panose="02070309020205020404" pitchFamily="49" charset="0"/>
                <a:ea typeface="BentonSans" charset="0"/>
                <a:cs typeface="Courier New" panose="02070309020205020404" pitchFamily="49" charset="0"/>
              </a:rPr>
              <a:t>commitID</a:t>
            </a:r>
            <a:r>
              <a:rPr lang="de-DE" sz="1000" dirty="0">
                <a:latin typeface="Courier New" panose="02070309020205020404" pitchFamily="49" charset="0"/>
                <a:ea typeface="BentonSans" charset="0"/>
                <a:cs typeface="Courier New" panose="02070309020205020404" pitchFamily="49" charset="0"/>
              </a:rPr>
              <a:t>&gt;“</a:t>
            </a:r>
            <a:endParaRPr lang="de-DE" sz="1100" dirty="0">
              <a:latin typeface="Courier New" panose="02070309020205020404" pitchFamily="49" charset="0"/>
              <a:ea typeface="BentonSans" charset="0"/>
              <a:cs typeface="Courier New" panose="02070309020205020404" pitchFamily="49" charset="0"/>
            </a:endParaRPr>
          </a:p>
        </p:txBody>
      </p:sp>
      <p:sp>
        <p:nvSpPr>
          <p:cNvPr id="15" name="TextBox 14"/>
          <p:cNvSpPr txBox="1"/>
          <p:nvPr/>
        </p:nvSpPr>
        <p:spPr>
          <a:xfrm>
            <a:off x="3963205" y="1628800"/>
            <a:ext cx="1887055" cy="769441"/>
          </a:xfrm>
          <a:prstGeom prst="rect">
            <a:avLst/>
          </a:prstGeom>
          <a:noFill/>
        </p:spPr>
        <p:txBody>
          <a:bodyPr wrap="none" rtlCol="0">
            <a:spAutoFit/>
          </a:bodyPr>
          <a:lstStyle/>
          <a:p>
            <a:r>
              <a:rPr lang="de-DE" sz="1100" dirty="0">
                <a:latin typeface="Courier New" panose="02070309020205020404" pitchFamily="49" charset="0"/>
                <a:ea typeface="BentonSans" charset="0"/>
                <a:cs typeface="Courier New" panose="02070309020205020404" pitchFamily="49" charset="0"/>
              </a:rPr>
              <a:t>Tags</a:t>
            </a:r>
          </a:p>
          <a:p>
            <a:pPr marL="171450" indent="-171450">
              <a:buFontTx/>
              <a:buChar char="-"/>
            </a:pPr>
            <a:r>
              <a:rPr lang="de-DE" sz="1100">
                <a:latin typeface="Courier New" panose="02070309020205020404" pitchFamily="49" charset="0"/>
                <a:ea typeface="BentonSans" charset="0"/>
                <a:cs typeface="Courier New" panose="02070309020205020404" pitchFamily="49" charset="0"/>
              </a:rPr>
              <a:t>„</a:t>
            </a:r>
            <a:r>
              <a:rPr lang="de-DE" sz="1100" dirty="0" err="1">
                <a:latin typeface="Courier New" panose="02070309020205020404" pitchFamily="49" charset="0"/>
                <a:ea typeface="BentonSans" charset="0"/>
                <a:cs typeface="Courier New" panose="02070309020205020404" pitchFamily="49" charset="0"/>
              </a:rPr>
              <a:t>build</a:t>
            </a:r>
            <a:r>
              <a:rPr lang="de-DE" sz="1100" dirty="0">
                <a:latin typeface="Courier New" panose="02070309020205020404" pitchFamily="49" charset="0"/>
                <a:ea typeface="BentonSans" charset="0"/>
                <a:cs typeface="Courier New" panose="02070309020205020404" pitchFamily="49" charset="0"/>
              </a:rPr>
              <a:t>_&lt;</a:t>
            </a:r>
            <a:r>
              <a:rPr lang="de-DE" sz="1100" dirty="0" err="1">
                <a:latin typeface="Courier New" panose="02070309020205020404" pitchFamily="49" charset="0"/>
                <a:ea typeface="BentonSans" charset="0"/>
                <a:cs typeface="Courier New" panose="02070309020205020404" pitchFamily="49" charset="0"/>
              </a:rPr>
              <a:t>commitID</a:t>
            </a:r>
            <a:r>
              <a:rPr lang="de-DE" sz="1100" dirty="0">
                <a:latin typeface="Courier New" panose="02070309020205020404" pitchFamily="49" charset="0"/>
                <a:ea typeface="BentonSans" charset="0"/>
                <a:cs typeface="Courier New" panose="02070309020205020404" pitchFamily="49" charset="0"/>
              </a:rPr>
              <a:t>&gt;“</a:t>
            </a:r>
          </a:p>
          <a:p>
            <a:pPr marL="171450" indent="-171450">
              <a:buFontTx/>
              <a:buChar char="-"/>
            </a:pPr>
            <a:r>
              <a:rPr lang="de-DE" sz="1100" dirty="0">
                <a:latin typeface="Courier New" panose="02070309020205020404" pitchFamily="49" charset="0"/>
                <a:ea typeface="BentonSans" charset="0"/>
                <a:cs typeface="Courier New" panose="02070309020205020404" pitchFamily="49" charset="0"/>
              </a:rPr>
              <a:t>…</a:t>
            </a:r>
          </a:p>
          <a:p>
            <a:pPr marL="171450" indent="-171450">
              <a:buFontTx/>
              <a:buChar char="-"/>
            </a:pPr>
            <a:r>
              <a:rPr lang="de-DE" sz="1100" dirty="0" err="1">
                <a:latin typeface="Courier New" panose="02070309020205020404" pitchFamily="49" charset="0"/>
                <a:ea typeface="BentonSans" charset="0"/>
                <a:cs typeface="Courier New" panose="02070309020205020404" pitchFamily="49" charset="0"/>
              </a:rPr>
              <a:t>rel</a:t>
            </a:r>
            <a:r>
              <a:rPr lang="de-DE" sz="1100" dirty="0">
                <a:latin typeface="Courier New" panose="02070309020205020404" pitchFamily="49" charset="0"/>
                <a:ea typeface="BentonSans" charset="0"/>
                <a:cs typeface="Courier New" panose="02070309020205020404" pitchFamily="49" charset="0"/>
              </a:rPr>
              <a:t>/0.0.1</a:t>
            </a:r>
          </a:p>
        </p:txBody>
      </p:sp>
      <p:sp>
        <p:nvSpPr>
          <p:cNvPr id="16" name="TextBox 15"/>
          <p:cNvSpPr txBox="1"/>
          <p:nvPr/>
        </p:nvSpPr>
        <p:spPr>
          <a:xfrm>
            <a:off x="6705023" y="1759605"/>
            <a:ext cx="925253" cy="261610"/>
          </a:xfrm>
          <a:prstGeom prst="rect">
            <a:avLst/>
          </a:prstGeom>
          <a:noFill/>
        </p:spPr>
        <p:txBody>
          <a:bodyPr wrap="none" rtlCol="0">
            <a:spAutoFit/>
          </a:bodyPr>
          <a:lstStyle/>
          <a:p>
            <a:r>
              <a:rPr lang="de-DE" sz="1100" dirty="0" err="1">
                <a:ea typeface="BentonSans" charset="0"/>
                <a:cs typeface="Courier New" panose="02070309020205020404" pitchFamily="49" charset="0"/>
              </a:rPr>
              <a:t>xMake</a:t>
            </a:r>
            <a:r>
              <a:rPr lang="de-DE" sz="1100" dirty="0">
                <a:ea typeface="BentonSans" charset="0"/>
                <a:cs typeface="Courier New" panose="02070309020205020404" pitchFamily="49" charset="0"/>
              </a:rPr>
              <a:t>-Stage</a:t>
            </a:r>
          </a:p>
        </p:txBody>
      </p:sp>
      <p:cxnSp>
        <p:nvCxnSpPr>
          <p:cNvPr id="18" name="Elbow Connector 17"/>
          <p:cNvCxnSpPr>
            <a:stCxn id="13" idx="2"/>
          </p:cNvCxnSpPr>
          <p:nvPr/>
        </p:nvCxnSpPr>
        <p:spPr>
          <a:xfrm rot="16200000" flipH="1">
            <a:off x="1425451" y="1764186"/>
            <a:ext cx="289193" cy="880193"/>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52785" y="2369719"/>
            <a:ext cx="1505038" cy="769441"/>
          </a:xfrm>
          <a:prstGeom prst="rect">
            <a:avLst/>
          </a:prstGeom>
          <a:noFill/>
          <a:ln>
            <a:solidFill>
              <a:srgbClr val="FFC000"/>
            </a:solidFill>
          </a:ln>
        </p:spPr>
        <p:txBody>
          <a:bodyPr wrap="square" rtlCol="0">
            <a:spAutoFit/>
          </a:bodyPr>
          <a:lstStyle/>
          <a:p>
            <a:r>
              <a:rPr lang="de-DE" sz="1100" dirty="0" err="1">
                <a:ea typeface="BentonSans" charset="0"/>
                <a:cs typeface="Courier New" panose="02070309020205020404" pitchFamily="49" charset="0"/>
              </a:rPr>
              <a:t>Checkout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commit</a:t>
            </a:r>
            <a:r>
              <a:rPr lang="de-DE" sz="1100" dirty="0">
                <a:ea typeface="BentonSans" charset="0"/>
                <a:cs typeface="Courier New" panose="02070309020205020404" pitchFamily="49" charset="0"/>
              </a:rPr>
              <a:t> </a:t>
            </a:r>
            <a:r>
              <a:rPr lang="de-DE" sz="1100" dirty="0">
                <a:latin typeface="Courier New" panose="02070309020205020404" pitchFamily="49" charset="0"/>
                <a:ea typeface="BentonSans" charset="0"/>
                <a:cs typeface="Courier New" panose="02070309020205020404" pitchFamily="49" charset="0"/>
              </a:rPr>
              <a:t>„&lt;</a:t>
            </a:r>
            <a:r>
              <a:rPr lang="de-DE" sz="1100" dirty="0" err="1">
                <a:latin typeface="Courier New" panose="02070309020205020404" pitchFamily="49" charset="0"/>
                <a:ea typeface="BentonSans" charset="0"/>
                <a:cs typeface="Courier New" panose="02070309020205020404" pitchFamily="49" charset="0"/>
              </a:rPr>
              <a:t>commitID</a:t>
            </a:r>
            <a:r>
              <a:rPr lang="de-DE" sz="1100" dirty="0">
                <a:latin typeface="Courier New" panose="02070309020205020404" pitchFamily="49" charset="0"/>
                <a:ea typeface="BentonSans" charset="0"/>
                <a:cs typeface="Courier New" panose="02070309020205020404" pitchFamily="49" charset="0"/>
              </a:rPr>
              <a:t>&gt;“ </a:t>
            </a:r>
            <a:r>
              <a:rPr lang="de-DE" sz="1100" dirty="0" err="1">
                <a:ea typeface="BentonSans" charset="0"/>
                <a:cs typeface="Courier New" panose="02070309020205020404" pitchFamily="49" charset="0"/>
              </a:rPr>
              <a:t>from</a:t>
            </a:r>
            <a:r>
              <a:rPr lang="de-DE" sz="1100" dirty="0">
                <a:ea typeface="BentonSans" charset="0"/>
                <a:cs typeface="Courier New" panose="02070309020205020404" pitchFamily="49" charset="0"/>
              </a:rPr>
              <a:t> Master </a:t>
            </a:r>
            <a:r>
              <a:rPr lang="de-DE" sz="1100" dirty="0" err="1">
                <a:ea typeface="BentonSans" charset="0"/>
                <a:cs typeface="Courier New" panose="02070309020205020404" pitchFamily="49" charset="0"/>
              </a:rPr>
              <a:t>Branch</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and</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trigger</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pipeline</a:t>
            </a:r>
            <a:endParaRPr lang="de-DE" sz="1100" dirty="0">
              <a:latin typeface="Courier New" panose="02070309020205020404" pitchFamily="49" charset="0"/>
              <a:ea typeface="BentonSans" charset="0"/>
              <a:cs typeface="Courier New" panose="02070309020205020404" pitchFamily="49" charset="0"/>
            </a:endParaRPr>
          </a:p>
        </p:txBody>
      </p:sp>
      <p:sp>
        <p:nvSpPr>
          <p:cNvPr id="23" name="TextBox 22"/>
          <p:cNvSpPr txBox="1"/>
          <p:nvPr/>
        </p:nvSpPr>
        <p:spPr>
          <a:xfrm>
            <a:off x="9967524" y="3339191"/>
            <a:ext cx="1374094" cy="261610"/>
          </a:xfrm>
          <a:prstGeom prst="rect">
            <a:avLst/>
          </a:prstGeom>
          <a:noFill/>
        </p:spPr>
        <p:txBody>
          <a:bodyPr wrap="none" rtlCol="0">
            <a:spAutoFit/>
          </a:bodyPr>
          <a:lstStyle/>
          <a:p>
            <a:r>
              <a:rPr lang="de-DE" sz="1100" dirty="0" err="1">
                <a:latin typeface="Courier New" panose="02070309020205020404" pitchFamily="49" charset="0"/>
                <a:ea typeface="BentonSans" charset="0"/>
                <a:cs typeface="Courier New" panose="02070309020205020404" pitchFamily="49" charset="0"/>
              </a:rPr>
              <a:t>Deploy.release</a:t>
            </a:r>
            <a:endParaRPr lang="de-DE" sz="1100" dirty="0">
              <a:latin typeface="Courier New" panose="02070309020205020404" pitchFamily="49" charset="0"/>
              <a:ea typeface="BentonSans" charset="0"/>
              <a:cs typeface="Courier New" panose="02070309020205020404" pitchFamily="49" charset="0"/>
            </a:endParaRPr>
          </a:p>
        </p:txBody>
      </p:sp>
      <p:cxnSp>
        <p:nvCxnSpPr>
          <p:cNvPr id="24" name="Elbow Connector 23"/>
          <p:cNvCxnSpPr>
            <a:endCxn id="51" idx="3"/>
          </p:cNvCxnSpPr>
          <p:nvPr/>
        </p:nvCxnSpPr>
        <p:spPr>
          <a:xfrm rot="16200000" flipH="1">
            <a:off x="10155616" y="2732268"/>
            <a:ext cx="1461372" cy="451057"/>
          </a:xfrm>
          <a:prstGeom prst="bentConnector4">
            <a:avLst>
              <a:gd name="adj1" fmla="val 45525"/>
              <a:gd name="adj2" fmla="val 15068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Elbow Connector 26"/>
          <p:cNvCxnSpPr>
            <a:stCxn id="34" idx="3"/>
          </p:cNvCxnSpPr>
          <p:nvPr/>
        </p:nvCxnSpPr>
        <p:spPr>
          <a:xfrm flipV="1">
            <a:off x="7723913" y="2524307"/>
            <a:ext cx="2900367" cy="98991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Elbow Connector 30"/>
          <p:cNvCxnSpPr>
            <a:stCxn id="16" idx="3"/>
            <a:endCxn id="21" idx="1"/>
          </p:cNvCxnSpPr>
          <p:nvPr/>
        </p:nvCxnSpPr>
        <p:spPr>
          <a:xfrm>
            <a:off x="7630276" y="1890410"/>
            <a:ext cx="2562322" cy="218356"/>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614314" y="3383414"/>
            <a:ext cx="1109599" cy="261610"/>
          </a:xfrm>
          <a:prstGeom prst="rect">
            <a:avLst/>
          </a:prstGeom>
          <a:noFill/>
        </p:spPr>
        <p:txBody>
          <a:bodyPr wrap="none" rtlCol="0">
            <a:spAutoFit/>
          </a:bodyPr>
          <a:lstStyle/>
          <a:p>
            <a:r>
              <a:rPr lang="de-DE" sz="1100" dirty="0" err="1">
                <a:ea typeface="BentonSans" charset="0"/>
                <a:cs typeface="Courier New" panose="02070309020205020404" pitchFamily="49" charset="0"/>
              </a:rPr>
              <a:t>xMake</a:t>
            </a:r>
            <a:r>
              <a:rPr lang="de-DE" sz="1100" dirty="0">
                <a:ea typeface="BentonSans" charset="0"/>
                <a:cs typeface="Courier New" panose="02070309020205020404" pitchFamily="49" charset="0"/>
              </a:rPr>
              <a:t>-Promote</a:t>
            </a:r>
          </a:p>
        </p:txBody>
      </p:sp>
      <p:cxnSp>
        <p:nvCxnSpPr>
          <p:cNvPr id="35" name="Elbow Connector 34"/>
          <p:cNvCxnSpPr>
            <a:stCxn id="16" idx="2"/>
            <a:endCxn id="46" idx="0"/>
          </p:cNvCxnSpPr>
          <p:nvPr/>
        </p:nvCxnSpPr>
        <p:spPr>
          <a:xfrm rot="5400000">
            <a:off x="6871543" y="2317322"/>
            <a:ext cx="592214"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415130" y="2613429"/>
            <a:ext cx="1505038" cy="261610"/>
          </a:xfrm>
          <a:prstGeom prst="rect">
            <a:avLst/>
          </a:prstGeom>
          <a:noFill/>
        </p:spPr>
        <p:txBody>
          <a:bodyPr wrap="square" rtlCol="0">
            <a:spAutoFit/>
          </a:bodyPr>
          <a:lstStyle/>
          <a:p>
            <a:r>
              <a:rPr lang="de-DE" sz="1100" dirty="0">
                <a:ea typeface="BentonSans" charset="0"/>
                <a:cs typeface="Courier New" panose="02070309020205020404" pitchFamily="49" charset="0"/>
              </a:rPr>
              <a:t>Abort </a:t>
            </a:r>
            <a:r>
              <a:rPr lang="de-DE" sz="1100" dirty="0" err="1">
                <a:ea typeface="BentonSans" charset="0"/>
                <a:cs typeface="Courier New" panose="02070309020205020404" pitchFamily="49" charset="0"/>
              </a:rPr>
              <a:t>or</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proceed</a:t>
            </a:r>
            <a:r>
              <a:rPr lang="de-DE" sz="1100" dirty="0">
                <a:ea typeface="BentonSans" charset="0"/>
                <a:cs typeface="Courier New" panose="02070309020205020404" pitchFamily="49" charset="0"/>
              </a:rPr>
              <a:t>?</a:t>
            </a:r>
            <a:endParaRPr lang="de-DE" sz="1100" dirty="0">
              <a:latin typeface="Courier New" panose="02070309020205020404" pitchFamily="49" charset="0"/>
              <a:ea typeface="BentonSans" charset="0"/>
              <a:cs typeface="Courier New" panose="02070309020205020404" pitchFamily="49" charset="0"/>
            </a:endParaRPr>
          </a:p>
        </p:txBody>
      </p:sp>
      <p:cxnSp>
        <p:nvCxnSpPr>
          <p:cNvPr id="48" name="Elbow Connector 47"/>
          <p:cNvCxnSpPr/>
          <p:nvPr/>
        </p:nvCxnSpPr>
        <p:spPr>
          <a:xfrm rot="5400000">
            <a:off x="6954402" y="3137004"/>
            <a:ext cx="592214" cy="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162532" y="3557678"/>
            <a:ext cx="949299" cy="261610"/>
          </a:xfrm>
          <a:prstGeom prst="rect">
            <a:avLst/>
          </a:prstGeom>
          <a:noFill/>
        </p:spPr>
        <p:txBody>
          <a:bodyPr wrap="none" rtlCol="0">
            <a:spAutoFit/>
          </a:bodyPr>
          <a:lstStyle/>
          <a:p>
            <a:r>
              <a:rPr lang="de-DE" sz="1100" dirty="0">
                <a:latin typeface="Courier New" panose="02070309020205020404" pitchFamily="49" charset="0"/>
                <a:ea typeface="BentonSans" charset="0"/>
                <a:cs typeface="Courier New" panose="02070309020205020404" pitchFamily="49" charset="0"/>
              </a:rPr>
              <a:t>Rel_0.0.1</a:t>
            </a:r>
          </a:p>
        </p:txBody>
      </p:sp>
      <p:sp>
        <p:nvSpPr>
          <p:cNvPr id="21" name="TextBox 20"/>
          <p:cNvSpPr txBox="1"/>
          <p:nvPr/>
        </p:nvSpPr>
        <p:spPr>
          <a:xfrm>
            <a:off x="10192598" y="1977961"/>
            <a:ext cx="949299" cy="261610"/>
          </a:xfrm>
          <a:prstGeom prst="rect">
            <a:avLst/>
          </a:prstGeom>
          <a:noFill/>
        </p:spPr>
        <p:txBody>
          <a:bodyPr wrap="none" rtlCol="0">
            <a:spAutoFit/>
          </a:bodyPr>
          <a:lstStyle/>
          <a:p>
            <a:r>
              <a:rPr lang="de-DE" sz="1100" dirty="0">
                <a:latin typeface="Courier New" panose="02070309020205020404" pitchFamily="49" charset="0"/>
                <a:ea typeface="BentonSans" charset="0"/>
                <a:cs typeface="Courier New" panose="02070309020205020404" pitchFamily="49" charset="0"/>
              </a:rPr>
              <a:t>Rel_0.0.1</a:t>
            </a:r>
          </a:p>
        </p:txBody>
      </p:sp>
      <p:cxnSp>
        <p:nvCxnSpPr>
          <p:cNvPr id="69" name="Elbow Connector 68"/>
          <p:cNvCxnSpPr/>
          <p:nvPr/>
        </p:nvCxnSpPr>
        <p:spPr>
          <a:xfrm rot="16200000" flipH="1">
            <a:off x="6015521" y="3412789"/>
            <a:ext cx="2408508" cy="1287356"/>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77" name="Oval 76"/>
          <p:cNvSpPr/>
          <p:nvPr/>
        </p:nvSpPr>
        <p:spPr>
          <a:xfrm>
            <a:off x="455636" y="2178442"/>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1</a:t>
            </a:r>
          </a:p>
        </p:txBody>
      </p:sp>
      <p:sp>
        <p:nvSpPr>
          <p:cNvPr id="79" name="Oval 78"/>
          <p:cNvSpPr/>
          <p:nvPr/>
        </p:nvSpPr>
        <p:spPr>
          <a:xfrm>
            <a:off x="1990012" y="1796721"/>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2</a:t>
            </a:r>
          </a:p>
        </p:txBody>
      </p:sp>
      <p:cxnSp>
        <p:nvCxnSpPr>
          <p:cNvPr id="80" name="Elbow Connector 79"/>
          <p:cNvCxnSpPr>
            <a:stCxn id="14" idx="2"/>
            <a:endCxn id="15" idx="1"/>
          </p:cNvCxnSpPr>
          <p:nvPr/>
        </p:nvCxnSpPr>
        <p:spPr>
          <a:xfrm rot="5400000" flipH="1" flipV="1">
            <a:off x="3014011" y="1903019"/>
            <a:ext cx="838691" cy="1059696"/>
          </a:xfrm>
          <a:prstGeom prst="bentConnector4">
            <a:avLst>
              <a:gd name="adj1" fmla="val -27257"/>
              <a:gd name="adj2" fmla="val 85506"/>
            </a:avLst>
          </a:prstGeom>
          <a:ln>
            <a:tailEnd type="triangle"/>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4064406" y="2522119"/>
            <a:ext cx="1505038" cy="938719"/>
          </a:xfrm>
          <a:prstGeom prst="rect">
            <a:avLst/>
          </a:prstGeom>
          <a:noFill/>
          <a:ln>
            <a:solidFill>
              <a:srgbClr val="FFC000"/>
            </a:solidFill>
          </a:ln>
        </p:spPr>
        <p:txBody>
          <a:bodyPr wrap="square" rtlCol="0">
            <a:spAutoFit/>
          </a:bodyPr>
          <a:lstStyle/>
          <a:p>
            <a:r>
              <a:rPr lang="de-DE" sz="1100" dirty="0">
                <a:ea typeface="BentonSans" charset="0"/>
                <a:cs typeface="Courier New" panose="02070309020205020404" pitchFamily="49" charset="0"/>
              </a:rPr>
              <a:t>Create Tag </a:t>
            </a:r>
            <a:r>
              <a:rPr lang="de-DE" sz="1000" dirty="0">
                <a:solidFill>
                  <a:srgbClr val="002A39"/>
                </a:solidFill>
                <a:latin typeface="Courier New" panose="02070309020205020404" pitchFamily="49" charset="0"/>
                <a:ea typeface="BentonSans" charset="0"/>
                <a:cs typeface="Courier New" panose="02070309020205020404" pitchFamily="49" charset="0"/>
              </a:rPr>
              <a:t>„</a:t>
            </a:r>
            <a:r>
              <a:rPr lang="de-DE" sz="1000" dirty="0" err="1">
                <a:solidFill>
                  <a:srgbClr val="002A39"/>
                </a:solidFill>
                <a:latin typeface="Courier New" panose="02070309020205020404" pitchFamily="49" charset="0"/>
                <a:ea typeface="BentonSans" charset="0"/>
                <a:cs typeface="Courier New" panose="02070309020205020404" pitchFamily="49" charset="0"/>
              </a:rPr>
              <a:t>build</a:t>
            </a:r>
            <a:r>
              <a:rPr lang="de-DE" sz="1000" dirty="0">
                <a:solidFill>
                  <a:srgbClr val="002A39"/>
                </a:solidFill>
                <a:latin typeface="Courier New" panose="02070309020205020404" pitchFamily="49" charset="0"/>
                <a:ea typeface="BentonSans" charset="0"/>
                <a:cs typeface="Courier New" panose="02070309020205020404" pitchFamily="49" charset="0"/>
              </a:rPr>
              <a:t>&lt;</a:t>
            </a:r>
            <a:r>
              <a:rPr lang="de-DE" sz="1000" dirty="0" err="1">
                <a:solidFill>
                  <a:srgbClr val="002A39"/>
                </a:solidFill>
                <a:latin typeface="Courier New" panose="02070309020205020404" pitchFamily="49" charset="0"/>
                <a:ea typeface="BentonSans" charset="0"/>
                <a:cs typeface="Courier New" panose="02070309020205020404" pitchFamily="49" charset="0"/>
              </a:rPr>
              <a:t>commitID</a:t>
            </a:r>
            <a:r>
              <a:rPr lang="de-DE" sz="1000" dirty="0">
                <a:solidFill>
                  <a:srgbClr val="002A39"/>
                </a:solidFill>
                <a:latin typeface="Courier New" panose="02070309020205020404" pitchFamily="49" charset="0"/>
                <a:ea typeface="BentonSans" charset="0"/>
                <a:cs typeface="Courier New" panose="02070309020205020404" pitchFamily="49" charset="0"/>
              </a:rPr>
              <a:t>&gt;“</a:t>
            </a:r>
            <a:r>
              <a:rPr lang="de-DE" sz="1100" dirty="0">
                <a:latin typeface="Courier New" panose="02070309020205020404" pitchFamily="49" charset="0"/>
                <a:ea typeface="BentonSans" charset="0"/>
                <a:cs typeface="Courier New" panose="02070309020205020404" pitchFamily="49" charset="0"/>
              </a:rPr>
              <a:t> </a:t>
            </a:r>
            <a:r>
              <a:rPr lang="de-DE" sz="1100" dirty="0">
                <a:ea typeface="BentonSans" charset="0"/>
                <a:cs typeface="Courier New" panose="02070309020205020404" pitchFamily="49" charset="0"/>
              </a:rPr>
              <a:t>in NAAS </a:t>
            </a:r>
            <a:r>
              <a:rPr lang="de-DE" sz="1100" dirty="0" err="1">
                <a:ea typeface="BentonSans" charset="0"/>
                <a:cs typeface="Courier New" panose="02070309020205020404" pitchFamily="49" charset="0"/>
              </a:rPr>
              <a:t>Repo</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copy</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current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status</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of</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sources</a:t>
            </a:r>
            <a:r>
              <a:rPr lang="de-DE" sz="1100" dirty="0">
                <a:ea typeface="BentonSans" charset="0"/>
                <a:cs typeface="Courier New" panose="02070309020205020404" pitchFamily="49" charset="0"/>
              </a:rPr>
              <a:t>)</a:t>
            </a:r>
            <a:endParaRPr lang="de-DE" sz="1100" dirty="0">
              <a:latin typeface="Courier New" panose="02070309020205020404" pitchFamily="49" charset="0"/>
              <a:ea typeface="BentonSans" charset="0"/>
              <a:cs typeface="Courier New" panose="02070309020205020404" pitchFamily="49" charset="0"/>
            </a:endParaRPr>
          </a:p>
        </p:txBody>
      </p:sp>
      <p:sp>
        <p:nvSpPr>
          <p:cNvPr id="84" name="Oval 83"/>
          <p:cNvSpPr/>
          <p:nvPr/>
        </p:nvSpPr>
        <p:spPr>
          <a:xfrm>
            <a:off x="3924402" y="2373755"/>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3</a:t>
            </a:r>
          </a:p>
        </p:txBody>
      </p:sp>
      <p:cxnSp>
        <p:nvCxnSpPr>
          <p:cNvPr id="85" name="Elbow Connector 84"/>
          <p:cNvCxnSpPr>
            <a:endCxn id="16" idx="1"/>
          </p:cNvCxnSpPr>
          <p:nvPr/>
        </p:nvCxnSpPr>
        <p:spPr>
          <a:xfrm>
            <a:off x="5936343" y="1886857"/>
            <a:ext cx="768680" cy="3553"/>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082236" y="3869808"/>
            <a:ext cx="1505038" cy="769441"/>
          </a:xfrm>
          <a:prstGeom prst="rect">
            <a:avLst/>
          </a:prstGeom>
          <a:noFill/>
          <a:ln>
            <a:solidFill>
              <a:srgbClr val="FFC000"/>
            </a:solidFill>
          </a:ln>
        </p:spPr>
        <p:txBody>
          <a:bodyPr wrap="square" rtlCol="0">
            <a:spAutoFit/>
          </a:bodyPr>
          <a:lstStyle/>
          <a:p>
            <a:r>
              <a:rPr lang="de-DE" sz="1100" dirty="0">
                <a:ea typeface="BentonSans" charset="0"/>
                <a:cs typeface="Courier New" panose="02070309020205020404" pitchFamily="49" charset="0"/>
              </a:rPr>
              <a:t>Execute </a:t>
            </a:r>
            <a:r>
              <a:rPr lang="de-DE" sz="1100" dirty="0" err="1">
                <a:ea typeface="BentonSans" charset="0"/>
                <a:cs typeface="Courier New" panose="02070309020205020404" pitchFamily="49" charset="0"/>
              </a:rPr>
              <a:t>xMake</a:t>
            </a:r>
            <a:r>
              <a:rPr lang="de-DE" sz="1100" dirty="0">
                <a:ea typeface="BentonSans" charset="0"/>
                <a:cs typeface="Courier New" panose="02070309020205020404" pitchFamily="49" charset="0"/>
              </a:rPr>
              <a:t>-Stage </a:t>
            </a:r>
            <a:r>
              <a:rPr lang="de-DE" sz="1100" dirty="0" err="1">
                <a:ea typeface="BentonSans" charset="0"/>
                <a:cs typeface="Courier New" panose="02070309020205020404" pitchFamily="49" charset="0"/>
              </a:rPr>
              <a:t>build</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based</a:t>
            </a:r>
            <a:r>
              <a:rPr lang="de-DE" sz="1100" dirty="0">
                <a:ea typeface="BentonSans" charset="0"/>
                <a:cs typeface="Courier New" panose="02070309020205020404" pitchFamily="49" charset="0"/>
              </a:rPr>
              <a:t> on </a:t>
            </a:r>
            <a:r>
              <a:rPr lang="de-DE" sz="1100" dirty="0">
                <a:solidFill>
                  <a:srgbClr val="002A39"/>
                </a:solidFill>
                <a:ea typeface="BentonSans" charset="0"/>
                <a:cs typeface="Courier New" panose="02070309020205020404" pitchFamily="49" charset="0"/>
              </a:rPr>
              <a:t>Tag </a:t>
            </a:r>
            <a:r>
              <a:rPr lang="de-DE" sz="1000" dirty="0">
                <a:solidFill>
                  <a:srgbClr val="002A39"/>
                </a:solidFill>
                <a:latin typeface="Courier New" panose="02070309020205020404" pitchFamily="49" charset="0"/>
                <a:ea typeface="BentonSans" charset="0"/>
                <a:cs typeface="Courier New" panose="02070309020205020404" pitchFamily="49" charset="0"/>
              </a:rPr>
              <a:t>„</a:t>
            </a:r>
            <a:r>
              <a:rPr lang="de-DE" sz="1000" dirty="0" err="1">
                <a:solidFill>
                  <a:srgbClr val="002A39"/>
                </a:solidFill>
                <a:latin typeface="Courier New" panose="02070309020205020404" pitchFamily="49" charset="0"/>
                <a:ea typeface="BentonSans" charset="0"/>
                <a:cs typeface="Courier New" panose="02070309020205020404" pitchFamily="49" charset="0"/>
              </a:rPr>
              <a:t>build</a:t>
            </a:r>
            <a:r>
              <a:rPr lang="de-DE" sz="1000" dirty="0">
                <a:solidFill>
                  <a:srgbClr val="002A39"/>
                </a:solidFill>
                <a:latin typeface="Courier New" panose="02070309020205020404" pitchFamily="49" charset="0"/>
                <a:ea typeface="BentonSans" charset="0"/>
                <a:cs typeface="Courier New" panose="02070309020205020404" pitchFamily="49" charset="0"/>
              </a:rPr>
              <a:t>&lt;</a:t>
            </a:r>
            <a:r>
              <a:rPr lang="de-DE" sz="1000" dirty="0" err="1">
                <a:solidFill>
                  <a:srgbClr val="002A39"/>
                </a:solidFill>
                <a:latin typeface="Courier New" panose="02070309020205020404" pitchFamily="49" charset="0"/>
                <a:ea typeface="BentonSans" charset="0"/>
                <a:cs typeface="Courier New" panose="02070309020205020404" pitchFamily="49" charset="0"/>
              </a:rPr>
              <a:t>commitID</a:t>
            </a:r>
            <a:r>
              <a:rPr lang="de-DE" sz="1000" dirty="0">
                <a:solidFill>
                  <a:srgbClr val="002A39"/>
                </a:solidFill>
                <a:latin typeface="Courier New" panose="02070309020205020404" pitchFamily="49" charset="0"/>
                <a:ea typeface="BentonSans" charset="0"/>
                <a:cs typeface="Courier New" panose="02070309020205020404" pitchFamily="49" charset="0"/>
              </a:rPr>
              <a:t>&gt;“</a:t>
            </a:r>
            <a:r>
              <a:rPr lang="de-DE" sz="1100" dirty="0">
                <a:solidFill>
                  <a:srgbClr val="002A39"/>
                </a:solidFill>
                <a:latin typeface="Courier New" panose="02070309020205020404" pitchFamily="49" charset="0"/>
                <a:ea typeface="BentonSans" charset="0"/>
                <a:cs typeface="Courier New" panose="02070309020205020404" pitchFamily="49" charset="0"/>
              </a:rPr>
              <a:t> </a:t>
            </a:r>
            <a:r>
              <a:rPr lang="de-DE" sz="1100" dirty="0" err="1">
                <a:ea typeface="BentonSans" charset="0"/>
                <a:cs typeface="Courier New" panose="02070309020205020404" pitchFamily="49" charset="0"/>
              </a:rPr>
              <a:t>sources</a:t>
            </a:r>
            <a:endParaRPr lang="de-DE" sz="1100" dirty="0">
              <a:latin typeface="Courier New" panose="02070309020205020404" pitchFamily="49" charset="0"/>
              <a:ea typeface="BentonSans" charset="0"/>
              <a:cs typeface="Courier New" panose="02070309020205020404" pitchFamily="49" charset="0"/>
            </a:endParaRPr>
          </a:p>
        </p:txBody>
      </p:sp>
      <p:sp>
        <p:nvSpPr>
          <p:cNvPr id="89" name="Oval 88"/>
          <p:cNvSpPr/>
          <p:nvPr/>
        </p:nvSpPr>
        <p:spPr>
          <a:xfrm>
            <a:off x="3893360" y="3717032"/>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4</a:t>
            </a:r>
          </a:p>
        </p:txBody>
      </p:sp>
      <p:sp>
        <p:nvSpPr>
          <p:cNvPr id="90" name="Oval 89"/>
          <p:cNvSpPr/>
          <p:nvPr/>
        </p:nvSpPr>
        <p:spPr>
          <a:xfrm>
            <a:off x="6123394" y="1744553"/>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4</a:t>
            </a:r>
          </a:p>
        </p:txBody>
      </p:sp>
      <p:sp>
        <p:nvSpPr>
          <p:cNvPr id="91" name="TextBox 90"/>
          <p:cNvSpPr txBox="1"/>
          <p:nvPr/>
        </p:nvSpPr>
        <p:spPr>
          <a:xfrm>
            <a:off x="4082236" y="4874368"/>
            <a:ext cx="1505038" cy="769441"/>
          </a:xfrm>
          <a:prstGeom prst="rect">
            <a:avLst/>
          </a:prstGeom>
          <a:noFill/>
          <a:ln>
            <a:solidFill>
              <a:srgbClr val="FFC000"/>
            </a:solidFill>
          </a:ln>
        </p:spPr>
        <p:txBody>
          <a:bodyPr wrap="square" rtlCol="0">
            <a:spAutoFit/>
          </a:bodyPr>
          <a:lstStyle/>
          <a:p>
            <a:r>
              <a:rPr lang="de-DE" sz="1100" dirty="0">
                <a:ea typeface="BentonSans" charset="0"/>
                <a:cs typeface="Courier New" panose="02070309020205020404" pitchFamily="49" charset="0"/>
              </a:rPr>
              <a:t>Push </a:t>
            </a:r>
            <a:r>
              <a:rPr lang="de-DE" sz="1100" dirty="0" err="1">
                <a:ea typeface="BentonSans" charset="0"/>
                <a:cs typeface="Courier New" panose="02070309020205020404" pitchFamily="49" charset="0"/>
              </a:rPr>
              <a:t>build</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artifact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as</a:t>
            </a:r>
            <a:r>
              <a:rPr lang="de-DE" sz="1100" dirty="0">
                <a:ea typeface="BentonSans" charset="0"/>
                <a:cs typeface="Courier New" panose="02070309020205020404" pitchFamily="49" charset="0"/>
              </a:rPr>
              <a:t> </a:t>
            </a:r>
            <a:r>
              <a:rPr lang="de-DE" sz="1000" dirty="0">
                <a:solidFill>
                  <a:srgbClr val="002A39"/>
                </a:solidFill>
                <a:latin typeface="Courier New" panose="02070309020205020404" pitchFamily="49" charset="0"/>
                <a:ea typeface="BentonSans" charset="0"/>
                <a:cs typeface="Courier New" panose="02070309020205020404" pitchFamily="49" charset="0"/>
              </a:rPr>
              <a:t>„</a:t>
            </a:r>
            <a:r>
              <a:rPr lang="de-DE" sz="1000" dirty="0" err="1">
                <a:solidFill>
                  <a:srgbClr val="002A39"/>
                </a:solidFill>
                <a:latin typeface="Courier New" panose="02070309020205020404" pitchFamily="49" charset="0"/>
                <a:ea typeface="BentonSans" charset="0"/>
                <a:cs typeface="Courier New" panose="02070309020205020404" pitchFamily="49" charset="0"/>
              </a:rPr>
              <a:t>rel_x.x.x</a:t>
            </a:r>
            <a:r>
              <a:rPr lang="de-DE" sz="1000" dirty="0">
                <a:solidFill>
                  <a:srgbClr val="002A39"/>
                </a:solidFill>
                <a:latin typeface="Courier New" panose="02070309020205020404" pitchFamily="49" charset="0"/>
                <a:ea typeface="BentonSans" charset="0"/>
                <a:cs typeface="Courier New" panose="02070309020205020404" pitchFamily="49" charset="0"/>
              </a:rPr>
              <a:t>“ </a:t>
            </a:r>
            <a:r>
              <a:rPr lang="de-DE" sz="1100" dirty="0">
                <a:solidFill>
                  <a:srgbClr val="002A39"/>
                </a:solidFill>
                <a:latin typeface="Courier New" panose="02070309020205020404" pitchFamily="49" charset="0"/>
                <a:ea typeface="BentonSans" charset="0"/>
                <a:cs typeface="Courier New" panose="02070309020205020404" pitchFamily="49" charset="0"/>
              </a:rPr>
              <a:t> </a:t>
            </a:r>
            <a:r>
              <a:rPr lang="de-DE" sz="1100" dirty="0" err="1">
                <a:ea typeface="BentonSans" charset="0"/>
                <a:cs typeface="Courier New" panose="02070309020205020404" pitchFamily="49" charset="0"/>
              </a:rPr>
              <a:t>to</a:t>
            </a:r>
            <a:r>
              <a:rPr lang="de-DE" sz="1100" dirty="0">
                <a:ea typeface="BentonSans" charset="0"/>
                <a:cs typeface="Courier New" panose="02070309020205020404" pitchFamily="49" charset="0"/>
              </a:rPr>
              <a:t> Nexus </a:t>
            </a:r>
            <a:r>
              <a:rPr lang="de-DE" sz="1100" dirty="0" err="1">
                <a:ea typeface="BentonSans" charset="0"/>
                <a:cs typeface="Courier New" panose="02070309020205020404" pitchFamily="49" charset="0"/>
              </a:rPr>
              <a:t>temporary</a:t>
            </a:r>
            <a:r>
              <a:rPr lang="de-DE" sz="1100" dirty="0">
                <a:ea typeface="BentonSans" charset="0"/>
                <a:cs typeface="Courier New" panose="02070309020205020404" pitchFamily="49" charset="0"/>
              </a:rPr>
              <a:t> (</a:t>
            </a:r>
            <a:r>
              <a:rPr lang="de-DE" sz="1000" dirty="0" err="1">
                <a:solidFill>
                  <a:srgbClr val="002A39"/>
                </a:solidFill>
                <a:latin typeface="Courier New" panose="02070309020205020404" pitchFamily="49" charset="0"/>
                <a:ea typeface="BentonSans" charset="0"/>
                <a:cs typeface="Courier New" panose="02070309020205020404" pitchFamily="49" charset="0"/>
              </a:rPr>
              <a:t>closed.staging</a:t>
            </a:r>
            <a:r>
              <a:rPr lang="de-DE" sz="1100" dirty="0">
                <a:ea typeface="BentonSans" charset="0"/>
                <a:cs typeface="Courier New" panose="02070309020205020404" pitchFamily="49" charset="0"/>
              </a:rPr>
              <a:t>)</a:t>
            </a:r>
            <a:endParaRPr lang="de-DE" sz="1100" dirty="0">
              <a:latin typeface="Courier New" panose="02070309020205020404" pitchFamily="49" charset="0"/>
              <a:ea typeface="BentonSans" charset="0"/>
              <a:cs typeface="Courier New" panose="02070309020205020404" pitchFamily="49" charset="0"/>
            </a:endParaRPr>
          </a:p>
        </p:txBody>
      </p:sp>
      <p:sp>
        <p:nvSpPr>
          <p:cNvPr id="92" name="Oval 91"/>
          <p:cNvSpPr/>
          <p:nvPr/>
        </p:nvSpPr>
        <p:spPr>
          <a:xfrm>
            <a:off x="3920009" y="4707561"/>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5</a:t>
            </a:r>
          </a:p>
        </p:txBody>
      </p:sp>
      <p:sp>
        <p:nvSpPr>
          <p:cNvPr id="93" name="Oval 92"/>
          <p:cNvSpPr/>
          <p:nvPr/>
        </p:nvSpPr>
        <p:spPr>
          <a:xfrm>
            <a:off x="8524138" y="1762965"/>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5</a:t>
            </a:r>
          </a:p>
        </p:txBody>
      </p:sp>
      <p:sp>
        <p:nvSpPr>
          <p:cNvPr id="94" name="TextBox 93"/>
          <p:cNvSpPr txBox="1"/>
          <p:nvPr/>
        </p:nvSpPr>
        <p:spPr>
          <a:xfrm>
            <a:off x="4082236" y="5878433"/>
            <a:ext cx="1505038" cy="430887"/>
          </a:xfrm>
          <a:prstGeom prst="rect">
            <a:avLst/>
          </a:prstGeom>
          <a:noFill/>
          <a:ln>
            <a:solidFill>
              <a:srgbClr val="FFC000"/>
            </a:solidFill>
          </a:ln>
        </p:spPr>
        <p:txBody>
          <a:bodyPr wrap="square" rtlCol="0">
            <a:spAutoFit/>
          </a:bodyPr>
          <a:lstStyle/>
          <a:p>
            <a:r>
              <a:rPr lang="de-DE" sz="1100" dirty="0" err="1">
                <a:ea typeface="BentonSans" charset="0"/>
                <a:cs typeface="Courier New" panose="02070309020205020404" pitchFamily="49" charset="0"/>
              </a:rPr>
              <a:t>Stop</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pipeline</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for</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manual</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interaction</a:t>
            </a:r>
            <a:endParaRPr lang="de-DE" sz="1100" dirty="0">
              <a:latin typeface="Courier New" panose="02070309020205020404" pitchFamily="49" charset="0"/>
              <a:ea typeface="BentonSans" charset="0"/>
              <a:cs typeface="Courier New" panose="02070309020205020404" pitchFamily="49" charset="0"/>
            </a:endParaRPr>
          </a:p>
        </p:txBody>
      </p:sp>
      <p:sp>
        <p:nvSpPr>
          <p:cNvPr id="95" name="Oval 94"/>
          <p:cNvSpPr/>
          <p:nvPr/>
        </p:nvSpPr>
        <p:spPr>
          <a:xfrm>
            <a:off x="3920009" y="5711626"/>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6</a:t>
            </a:r>
          </a:p>
        </p:txBody>
      </p:sp>
      <p:sp>
        <p:nvSpPr>
          <p:cNvPr id="96" name="Oval 95"/>
          <p:cNvSpPr/>
          <p:nvPr/>
        </p:nvSpPr>
        <p:spPr>
          <a:xfrm>
            <a:off x="7614164" y="2600660"/>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6</a:t>
            </a:r>
          </a:p>
        </p:txBody>
      </p:sp>
      <p:sp>
        <p:nvSpPr>
          <p:cNvPr id="97" name="TextBox 96"/>
          <p:cNvSpPr txBox="1"/>
          <p:nvPr/>
        </p:nvSpPr>
        <p:spPr>
          <a:xfrm>
            <a:off x="8056592" y="3625475"/>
            <a:ext cx="2075874" cy="1077218"/>
          </a:xfrm>
          <a:prstGeom prst="rect">
            <a:avLst/>
          </a:prstGeom>
          <a:noFill/>
          <a:ln>
            <a:solidFill>
              <a:srgbClr val="FFC000"/>
            </a:solidFill>
          </a:ln>
        </p:spPr>
        <p:txBody>
          <a:bodyPr wrap="square" rtlCol="0">
            <a:spAutoFit/>
          </a:bodyPr>
          <a:lstStyle/>
          <a:p>
            <a:r>
              <a:rPr lang="de-DE" sz="1000" dirty="0" err="1">
                <a:latin typeface="Courier New" panose="02070309020205020404" pitchFamily="49" charset="0"/>
                <a:ea typeface="BentonSans" charset="0"/>
                <a:cs typeface="Courier New" panose="02070309020205020404" pitchFamily="49" charset="0"/>
              </a:rPr>
              <a:t>Proceed</a:t>
            </a:r>
            <a:r>
              <a:rPr lang="de-DE" sz="1000" dirty="0">
                <a:latin typeface="Courier New" panose="02070309020205020404" pitchFamily="49" charset="0"/>
                <a:ea typeface="BentonSans" charset="0"/>
                <a:cs typeface="Courier New" panose="02070309020205020404" pitchFamily="49" charset="0"/>
              </a:rPr>
              <a: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trigger</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xMake</a:t>
            </a:r>
            <a:r>
              <a:rPr lang="de-DE" sz="1100" dirty="0">
                <a:ea typeface="BentonSans" charset="0"/>
                <a:cs typeface="Courier New" panose="02070309020205020404" pitchFamily="49" charset="0"/>
              </a:rPr>
              <a:t>-Promote </a:t>
            </a:r>
            <a:r>
              <a:rPr lang="de-DE" sz="1100" dirty="0" err="1">
                <a:ea typeface="BentonSans" charset="0"/>
                <a:cs typeface="Courier New" panose="02070309020205020404" pitchFamily="49" charset="0"/>
              </a:rPr>
              <a:t>to</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copy</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artifakt</a:t>
            </a:r>
            <a:r>
              <a:rPr lang="de-DE" sz="1100" dirty="0">
                <a:ea typeface="BentonSans" charset="0"/>
                <a:cs typeface="Courier New" panose="02070309020205020404" pitchFamily="49" charset="0"/>
              </a:rPr>
              <a:t> </a:t>
            </a:r>
            <a:r>
              <a:rPr lang="de-DE" sz="900" dirty="0">
                <a:latin typeface="Courier New" panose="02070309020205020404" pitchFamily="49" charset="0"/>
                <a:ea typeface="BentonSans" charset="0"/>
                <a:cs typeface="Courier New" panose="02070309020205020404" pitchFamily="49" charset="0"/>
              </a:rPr>
              <a:t>Rel_0.0.1</a:t>
            </a:r>
          </a:p>
          <a:p>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to</a:t>
            </a:r>
            <a:r>
              <a:rPr lang="de-DE" sz="1100" dirty="0">
                <a:ea typeface="BentonSans" charset="0"/>
                <a:cs typeface="Courier New" panose="02070309020205020404" pitchFamily="49" charset="0"/>
              </a:rPr>
              <a:t> Release Nexus (</a:t>
            </a:r>
            <a:r>
              <a:rPr lang="de-DE" sz="1000" dirty="0" err="1">
                <a:latin typeface="Courier New" panose="02070309020205020404" pitchFamily="49" charset="0"/>
                <a:ea typeface="BentonSans" charset="0"/>
                <a:cs typeface="Courier New" panose="02070309020205020404" pitchFamily="49" charset="0"/>
              </a:rPr>
              <a:t>Deploy.release</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and</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create</a:t>
            </a:r>
            <a:r>
              <a:rPr lang="de-DE" sz="1100" dirty="0">
                <a:ea typeface="BentonSans" charset="0"/>
                <a:cs typeface="Courier New" panose="02070309020205020404" pitchFamily="49" charset="0"/>
              </a:rPr>
              <a:t> Tag </a:t>
            </a:r>
            <a:r>
              <a:rPr lang="de-DE" sz="900" dirty="0">
                <a:solidFill>
                  <a:srgbClr val="002A39"/>
                </a:solidFill>
                <a:latin typeface="Courier New" panose="02070309020205020404" pitchFamily="49" charset="0"/>
                <a:ea typeface="BentonSans" charset="0"/>
                <a:cs typeface="Courier New" panose="02070309020205020404" pitchFamily="49" charset="0"/>
              </a:rPr>
              <a:t>Rel_0.0.1 </a:t>
            </a:r>
            <a:r>
              <a:rPr lang="de-DE" sz="1100" dirty="0">
                <a:ea typeface="BentonSans" charset="0"/>
                <a:cs typeface="Courier New" panose="02070309020205020404" pitchFamily="49" charset="0"/>
              </a:rPr>
              <a:t>in NAAS </a:t>
            </a:r>
            <a:r>
              <a:rPr lang="de-DE" sz="1100" dirty="0" err="1">
                <a:ea typeface="BentonSans" charset="0"/>
                <a:cs typeface="Courier New" panose="02070309020205020404" pitchFamily="49" charset="0"/>
              </a:rPr>
              <a:t>Repo</a:t>
            </a:r>
            <a:endParaRPr lang="de-DE" sz="1100" dirty="0">
              <a:latin typeface="Courier New" panose="02070309020205020404" pitchFamily="49" charset="0"/>
              <a:ea typeface="BentonSans" charset="0"/>
              <a:cs typeface="Courier New" panose="02070309020205020404" pitchFamily="49" charset="0"/>
            </a:endParaRPr>
          </a:p>
        </p:txBody>
      </p:sp>
      <p:sp>
        <p:nvSpPr>
          <p:cNvPr id="98" name="Oval 97"/>
          <p:cNvSpPr/>
          <p:nvPr/>
        </p:nvSpPr>
        <p:spPr>
          <a:xfrm>
            <a:off x="7878486" y="3534633"/>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7</a:t>
            </a:r>
          </a:p>
        </p:txBody>
      </p:sp>
      <p:sp>
        <p:nvSpPr>
          <p:cNvPr id="99" name="Oval 98"/>
          <p:cNvSpPr/>
          <p:nvPr/>
        </p:nvSpPr>
        <p:spPr>
          <a:xfrm>
            <a:off x="7120228" y="2953181"/>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7</a:t>
            </a:r>
          </a:p>
        </p:txBody>
      </p:sp>
      <p:sp>
        <p:nvSpPr>
          <p:cNvPr id="100" name="Oval 99"/>
          <p:cNvSpPr/>
          <p:nvPr/>
        </p:nvSpPr>
        <p:spPr>
          <a:xfrm>
            <a:off x="6434618" y="2962833"/>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8</a:t>
            </a:r>
          </a:p>
        </p:txBody>
      </p:sp>
      <p:sp>
        <p:nvSpPr>
          <p:cNvPr id="101" name="TextBox 100"/>
          <p:cNvSpPr txBox="1"/>
          <p:nvPr/>
        </p:nvSpPr>
        <p:spPr>
          <a:xfrm>
            <a:off x="7920168" y="5107975"/>
            <a:ext cx="1505038" cy="1415772"/>
          </a:xfrm>
          <a:prstGeom prst="rect">
            <a:avLst/>
          </a:prstGeom>
          <a:noFill/>
          <a:ln>
            <a:solidFill>
              <a:srgbClr val="FFC000"/>
            </a:solidFill>
          </a:ln>
        </p:spPr>
        <p:txBody>
          <a:bodyPr wrap="square" rtlCol="0">
            <a:spAutoFit/>
          </a:bodyPr>
          <a:lstStyle/>
          <a:p>
            <a:r>
              <a:rPr lang="de-DE" sz="1000" dirty="0">
                <a:latin typeface="Courier New" panose="02070309020205020404" pitchFamily="49" charset="0"/>
                <a:ea typeface="BentonSans" charset="0"/>
                <a:cs typeface="Courier New" panose="02070309020205020404" pitchFamily="49" charset="0"/>
              </a:rPr>
              <a:t>Abort:</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artifakt</a:t>
            </a:r>
            <a:r>
              <a:rPr lang="de-DE" sz="1100" dirty="0">
                <a:ea typeface="BentonSans" charset="0"/>
                <a:cs typeface="Courier New" panose="02070309020205020404" pitchFamily="49" charset="0"/>
              </a:rPr>
              <a:t> </a:t>
            </a:r>
            <a:r>
              <a:rPr lang="de-DE" sz="900" dirty="0">
                <a:latin typeface="Courier New" panose="02070309020205020404" pitchFamily="49" charset="0"/>
                <a:ea typeface="BentonSans" charset="0"/>
                <a:cs typeface="Courier New" panose="02070309020205020404" pitchFamily="49" charset="0"/>
              </a:rPr>
              <a:t>Rel_0.0.1</a:t>
            </a:r>
          </a:p>
          <a:p>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remains</a:t>
            </a:r>
            <a:r>
              <a:rPr lang="de-DE" sz="1100" dirty="0">
                <a:ea typeface="BentonSans" charset="0"/>
                <a:cs typeface="Courier New" panose="02070309020205020404" pitchFamily="49" charset="0"/>
              </a:rPr>
              <a:t> in </a:t>
            </a:r>
            <a:r>
              <a:rPr lang="de-DE" sz="900" dirty="0" err="1">
                <a:latin typeface="Courier New" panose="02070309020205020404" pitchFamily="49" charset="0"/>
                <a:ea typeface="BentonSans" charset="0"/>
                <a:cs typeface="Courier New" panose="02070309020205020404" pitchFamily="49" charset="0"/>
              </a:rPr>
              <a:t>Closed_staging</a:t>
            </a:r>
            <a:r>
              <a:rPr lang="de-DE" sz="1100" dirty="0">
                <a:ea typeface="BentonSans" charset="0"/>
                <a:cs typeface="Courier New" panose="02070309020205020404" pitchFamily="49" charset="0"/>
              </a:rPr>
              <a:t>  Nexus </a:t>
            </a:r>
            <a:r>
              <a:rPr lang="de-DE" sz="1100" dirty="0" err="1">
                <a:ea typeface="BentonSans" charset="0"/>
                <a:cs typeface="Courier New" panose="02070309020205020404" pitchFamily="49" charset="0"/>
              </a:rPr>
              <a:t>and</a:t>
            </a:r>
            <a:r>
              <a:rPr lang="de-DE" sz="1100" dirty="0">
                <a:ea typeface="BentonSans" charset="0"/>
                <a:cs typeface="Courier New" panose="02070309020205020404" pitchFamily="49" charset="0"/>
              </a:rPr>
              <a:t> will </a:t>
            </a:r>
            <a:r>
              <a:rPr lang="de-DE" sz="1100" dirty="0" err="1">
                <a:ea typeface="BentonSans" charset="0"/>
                <a:cs typeface="Courier New" panose="02070309020205020404" pitchFamily="49" charset="0"/>
              </a:rPr>
              <a:t>be</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automatically</a:t>
            </a:r>
            <a:r>
              <a:rPr lang="de-DE" sz="1100" dirty="0">
                <a:ea typeface="BentonSans" charset="0"/>
                <a:cs typeface="Courier New" panose="02070309020205020404" pitchFamily="49" charset="0"/>
              </a:rPr>
              <a:t>  </a:t>
            </a:r>
            <a:r>
              <a:rPr lang="de-DE" sz="1100" dirty="0" err="1">
                <a:ea typeface="BentonSans" charset="0"/>
                <a:cs typeface="Courier New" panose="02070309020205020404" pitchFamily="49" charset="0"/>
              </a:rPr>
              <a:t>deleted</a:t>
            </a:r>
            <a:r>
              <a:rPr lang="de-DE" sz="1100" dirty="0">
                <a:ea typeface="BentonSans" charset="0"/>
                <a:cs typeface="Courier New" panose="02070309020205020404" pitchFamily="49" charset="0"/>
              </a:rPr>
              <a:t> after a </a:t>
            </a:r>
            <a:r>
              <a:rPr lang="de-DE" sz="1100" dirty="0" err="1">
                <a:ea typeface="BentonSans" charset="0"/>
                <a:cs typeface="Courier New" panose="02070309020205020404" pitchFamily="49" charset="0"/>
              </a:rPr>
              <a:t>certain</a:t>
            </a:r>
            <a:r>
              <a:rPr lang="de-DE" sz="1100" dirty="0">
                <a:ea typeface="BentonSans" charset="0"/>
                <a:cs typeface="Courier New" panose="02070309020205020404" pitchFamily="49" charset="0"/>
              </a:rPr>
              <a:t> time (~2 </a:t>
            </a:r>
            <a:r>
              <a:rPr lang="de-DE" sz="1100" dirty="0" err="1">
                <a:ea typeface="BentonSans" charset="0"/>
                <a:cs typeface="Courier New" panose="02070309020205020404" pitchFamily="49" charset="0"/>
              </a:rPr>
              <a:t>weeks</a:t>
            </a:r>
            <a:r>
              <a:rPr lang="de-DE" sz="1100" dirty="0">
                <a:ea typeface="BentonSans" charset="0"/>
                <a:cs typeface="Courier New" panose="02070309020205020404" pitchFamily="49" charset="0"/>
              </a:rPr>
              <a:t>?)</a:t>
            </a:r>
            <a:endParaRPr lang="de-DE" sz="1100" dirty="0">
              <a:latin typeface="Courier New" panose="02070309020205020404" pitchFamily="49" charset="0"/>
              <a:ea typeface="BentonSans" charset="0"/>
              <a:cs typeface="Courier New" panose="02070309020205020404" pitchFamily="49" charset="0"/>
            </a:endParaRPr>
          </a:p>
        </p:txBody>
      </p:sp>
      <p:sp>
        <p:nvSpPr>
          <p:cNvPr id="102" name="Oval 101"/>
          <p:cNvSpPr/>
          <p:nvPr/>
        </p:nvSpPr>
        <p:spPr>
          <a:xfrm>
            <a:off x="7757941" y="4941168"/>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8</a:t>
            </a:r>
          </a:p>
        </p:txBody>
      </p:sp>
      <p:sp>
        <p:nvSpPr>
          <p:cNvPr id="103" name="Oval 102"/>
          <p:cNvSpPr/>
          <p:nvPr/>
        </p:nvSpPr>
        <p:spPr>
          <a:xfrm>
            <a:off x="11423466" y="1914120"/>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8</a:t>
            </a:r>
          </a:p>
        </p:txBody>
      </p:sp>
      <p:cxnSp>
        <p:nvCxnSpPr>
          <p:cNvPr id="104" name="Elbow Connector 103"/>
          <p:cNvCxnSpPr>
            <a:endCxn id="103" idx="6"/>
          </p:cNvCxnSpPr>
          <p:nvPr/>
        </p:nvCxnSpPr>
        <p:spPr>
          <a:xfrm rot="5400000" flipH="1" flipV="1">
            <a:off x="8977634" y="2550568"/>
            <a:ext cx="3214440" cy="2205867"/>
          </a:xfrm>
          <a:prstGeom prst="bentConnector4">
            <a:avLst>
              <a:gd name="adj1" fmla="val 307"/>
              <a:gd name="adj2" fmla="val 11036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0" name="Elbow Connector 109"/>
          <p:cNvCxnSpPr>
            <a:stCxn id="34" idx="2"/>
          </p:cNvCxnSpPr>
          <p:nvPr/>
        </p:nvCxnSpPr>
        <p:spPr>
          <a:xfrm rot="5400000" flipH="1">
            <a:off x="5454103" y="1930013"/>
            <a:ext cx="1385024" cy="2044999"/>
          </a:xfrm>
          <a:prstGeom prst="bentConnector4">
            <a:avLst>
              <a:gd name="adj1" fmla="val -16505"/>
              <a:gd name="adj2" fmla="val 63565"/>
            </a:avLst>
          </a:prstGeom>
          <a:ln>
            <a:tailEnd type="triangle"/>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5437283" y="2119849"/>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7</a:t>
            </a:r>
          </a:p>
        </p:txBody>
      </p:sp>
      <p:sp>
        <p:nvSpPr>
          <p:cNvPr id="115" name="Oval 114"/>
          <p:cNvSpPr/>
          <p:nvPr/>
        </p:nvSpPr>
        <p:spPr>
          <a:xfrm>
            <a:off x="3296758" y="2953181"/>
            <a:ext cx="264322" cy="264322"/>
          </a:xfrm>
          <a:prstGeom prst="ellipse">
            <a:avLst/>
          </a:prstGeom>
          <a:solidFill>
            <a:schemeClr val="bg1">
              <a:alpha val="85000"/>
            </a:schemeClr>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de-DE" sz="1600" dirty="0">
                <a:solidFill>
                  <a:schemeClr val="tx1"/>
                </a:solidFill>
              </a:rPr>
              <a:t>3</a:t>
            </a:r>
          </a:p>
        </p:txBody>
      </p:sp>
    </p:spTree>
    <p:extLst>
      <p:ext uri="{BB962C8B-B14F-4D97-AF65-F5344CB8AC3E}">
        <p14:creationId xmlns:p14="http://schemas.microsoft.com/office/powerpoint/2010/main" val="2841513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heme/theme1.xml><?xml version="1.0" encoding="utf-8"?>
<a:theme xmlns:a="http://schemas.openxmlformats.org/drawingml/2006/main" name="SE|UX Theme">
  <a:themeElements>
    <a:clrScheme name="Benutzerdefiniert 2">
      <a:dk1>
        <a:srgbClr val="002A39"/>
      </a:dk1>
      <a:lt1>
        <a:srgbClr val="FFFFFF"/>
      </a:lt1>
      <a:dk2>
        <a:srgbClr val="2F3738"/>
      </a:dk2>
      <a:lt2>
        <a:srgbClr val="D1D9DB"/>
      </a:lt2>
      <a:accent1>
        <a:srgbClr val="777877"/>
      </a:accent1>
      <a:accent2>
        <a:srgbClr val="83006F"/>
      </a:accent2>
      <a:accent3>
        <a:srgbClr val="EB7300"/>
      </a:accent3>
      <a:accent4>
        <a:srgbClr val="42AE16"/>
      </a:accent4>
      <a:accent5>
        <a:srgbClr val="0092D2"/>
      </a:accent5>
      <a:accent6>
        <a:srgbClr val="93C939"/>
      </a:accent6>
      <a:hlink>
        <a:srgbClr val="0092D2"/>
      </a:hlink>
      <a:folHlink>
        <a:srgbClr val="777877"/>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alpha val="85000"/>
          </a:schemeClr>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err="1" smtClean="0">
            <a:latin typeface="BentonSans" charset="0"/>
            <a:ea typeface="BentonSans" charset="0"/>
            <a:cs typeface="BentonSans" charset="0"/>
          </a:defRPr>
        </a:defPPr>
      </a:lstStyle>
    </a:txDef>
  </a:objectDefaults>
  <a:extraClrSchemeLst/>
  <a:extLst>
    <a:ext uri="{05A4C25C-085E-4340-85A3-A5531E510DB2}">
      <thm15:themeFamily xmlns:thm15="http://schemas.microsoft.com/office/thememl/2012/main" name="ICD_Master (1)" id="{31C34374-7708-AF4A-A738-C87F2ED55DEA}" vid="{3800F944-4329-CB40-AE75-8E3B5C16D52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ICD_Master</Template>
  <TotalTime>0</TotalTime>
  <Words>167</Words>
  <Application>Microsoft Office PowerPoint</Application>
  <PresentationFormat>Custom</PresentationFormat>
  <Paragraphs>48</Paragraphs>
  <Slides>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.AppleSystemUIFont</vt:lpstr>
      <vt:lpstr>Arial</vt:lpstr>
      <vt:lpstr>BentonSans</vt:lpstr>
      <vt:lpstr>BentonSans Bold</vt:lpstr>
      <vt:lpstr>BentonSans Book</vt:lpstr>
      <vt:lpstr>BentonSans Regular</vt:lpstr>
      <vt:lpstr>Calibri</vt:lpstr>
      <vt:lpstr>Courier New</vt:lpstr>
      <vt:lpstr>Lucida Grande</vt:lpstr>
      <vt:lpstr>Symbol</vt:lpstr>
      <vt:lpstr>SE|UX Theme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Hariharan, Ravindhran</dc:creator>
  <cp:keywords/>
  <dc:description/>
  <cp:lastModifiedBy>Karacan, Barbara</cp:lastModifiedBy>
  <cp:revision>208</cp:revision>
  <cp:lastPrinted>2017-03-16T11:46:44Z</cp:lastPrinted>
  <dcterms:created xsi:type="dcterms:W3CDTF">2016-11-03T08:58:14Z</dcterms:created>
  <dcterms:modified xsi:type="dcterms:W3CDTF">2017-03-17T07:41:41Z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